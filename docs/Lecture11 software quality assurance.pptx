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5" r:id="rId3"/>
    <p:sldId id="319" r:id="rId4"/>
    <p:sldId id="320" r:id="rId5"/>
    <p:sldId id="321" r:id="rId6"/>
    <p:sldId id="318" r:id="rId7"/>
    <p:sldId id="322" r:id="rId8"/>
    <p:sldId id="323" r:id="rId9"/>
    <p:sldId id="324" r:id="rId10"/>
    <p:sldId id="325" r:id="rId11"/>
    <p:sldId id="326" r:id="rId12"/>
    <p:sldId id="327" r:id="rId13"/>
    <p:sldId id="328" r:id="rId14"/>
    <p:sldId id="329" r:id="rId15"/>
    <p:sldId id="330" r:id="rId16"/>
    <p:sldId id="331" r:id="rId17"/>
    <p:sldId id="332" r:id="rId18"/>
    <p:sldId id="292" r:id="rId19"/>
    <p:sldId id="293" r:id="rId20"/>
    <p:sldId id="299" r:id="rId21"/>
    <p:sldId id="300" r:id="rId22"/>
    <p:sldId id="272" r:id="rId23"/>
    <p:sldId id="273" r:id="rId24"/>
    <p:sldId id="301" r:id="rId25"/>
    <p:sldId id="275" r:id="rId26"/>
    <p:sldId id="302" r:id="rId27"/>
    <p:sldId id="303" r:id="rId28"/>
    <p:sldId id="304" r:id="rId29"/>
    <p:sldId id="333" r:id="rId30"/>
    <p:sldId id="33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6" Type="http://schemas.openxmlformats.org/officeDocument/2006/relationships/image" Target="../media/image23.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6" Type="http://schemas.openxmlformats.org/officeDocument/2006/relationships/image" Target="../media/image23.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8191D6-8FB4-4541-9E90-EA2E1F545989}"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7E2213F2-5013-414E-B977-B13DD6EC94F7}">
      <dgm:prSet/>
      <dgm:spPr/>
      <dgm:t>
        <a:bodyPr/>
        <a:lstStyle/>
        <a:p>
          <a:r>
            <a:rPr lang="en-GB" b="1" u="sng"/>
            <a:t>3. Development:</a:t>
          </a:r>
          <a:endParaRPr lang="en-US"/>
        </a:p>
      </dgm:t>
    </dgm:pt>
    <dgm:pt modelId="{1C950C55-E63B-4A61-92DC-FD5C04037B04}" type="parTrans" cxnId="{2E63E342-F95B-423D-B1E5-1B32ACB4222C}">
      <dgm:prSet/>
      <dgm:spPr/>
      <dgm:t>
        <a:bodyPr/>
        <a:lstStyle/>
        <a:p>
          <a:endParaRPr lang="en-US"/>
        </a:p>
      </dgm:t>
    </dgm:pt>
    <dgm:pt modelId="{F2B7F40E-077E-4510-B70F-D9B2A61FB408}" type="sibTrans" cxnId="{2E63E342-F95B-423D-B1E5-1B32ACB4222C}">
      <dgm:prSet/>
      <dgm:spPr/>
      <dgm:t>
        <a:bodyPr/>
        <a:lstStyle/>
        <a:p>
          <a:endParaRPr lang="en-US"/>
        </a:p>
      </dgm:t>
    </dgm:pt>
    <dgm:pt modelId="{F0657DBA-1D57-45E3-9CEE-3C1536DB05BA}">
      <dgm:prSet/>
      <dgm:spPr/>
      <dgm:t>
        <a:bodyPr/>
        <a:lstStyle/>
        <a:p>
          <a:r>
            <a:rPr lang="en-GB" dirty="0"/>
            <a:t>Code Review: Manually examine code for syntax errors, logic flaws, security vulnerabilities, and adherence to coding standards.</a:t>
          </a:r>
          <a:endParaRPr lang="en-US" dirty="0"/>
        </a:p>
      </dgm:t>
    </dgm:pt>
    <dgm:pt modelId="{899EACDD-1FB3-4908-9CE9-5738C7EC840C}" type="parTrans" cxnId="{D90C8373-321F-4A61-A7D7-E0A2B928585C}">
      <dgm:prSet/>
      <dgm:spPr/>
      <dgm:t>
        <a:bodyPr/>
        <a:lstStyle/>
        <a:p>
          <a:endParaRPr lang="en-US"/>
        </a:p>
      </dgm:t>
    </dgm:pt>
    <dgm:pt modelId="{5A3ED3F9-769A-4AA6-9112-89BF20D8200D}" type="sibTrans" cxnId="{D90C8373-321F-4A61-A7D7-E0A2B928585C}">
      <dgm:prSet/>
      <dgm:spPr/>
      <dgm:t>
        <a:bodyPr/>
        <a:lstStyle/>
        <a:p>
          <a:endParaRPr lang="en-US"/>
        </a:p>
      </dgm:t>
    </dgm:pt>
    <dgm:pt modelId="{142770F1-3493-4425-9F83-AFE0594117A3}">
      <dgm:prSet/>
      <dgm:spPr/>
      <dgm:t>
        <a:bodyPr/>
        <a:lstStyle/>
        <a:p>
          <a:r>
            <a:rPr lang="en-GB" dirty="0"/>
            <a:t>Static Code Analysis: Utilize automated tools to detect potential issues like dead code, code smells, and security vulnerabilities.</a:t>
          </a:r>
          <a:endParaRPr lang="en-US" dirty="0"/>
        </a:p>
      </dgm:t>
    </dgm:pt>
    <dgm:pt modelId="{190493A1-29B8-4074-9322-1EC0D382832B}" type="parTrans" cxnId="{68789268-FA66-49FB-9F57-ECFE67A705C9}">
      <dgm:prSet/>
      <dgm:spPr/>
      <dgm:t>
        <a:bodyPr/>
        <a:lstStyle/>
        <a:p>
          <a:endParaRPr lang="en-US"/>
        </a:p>
      </dgm:t>
    </dgm:pt>
    <dgm:pt modelId="{7E8FDE03-9365-4402-9921-5AAB47553319}" type="sibTrans" cxnId="{68789268-FA66-49FB-9F57-ECFE67A705C9}">
      <dgm:prSet/>
      <dgm:spPr/>
      <dgm:t>
        <a:bodyPr/>
        <a:lstStyle/>
        <a:p>
          <a:endParaRPr lang="en-US"/>
        </a:p>
      </dgm:t>
    </dgm:pt>
    <dgm:pt modelId="{0E5E2466-F131-41A0-992E-AC85376D8782}">
      <dgm:prSet/>
      <dgm:spPr/>
      <dgm:t>
        <a:bodyPr/>
        <a:lstStyle/>
        <a:p>
          <a:r>
            <a:rPr lang="en-GB" dirty="0"/>
            <a:t>Unit Testing: Write and execute tests for individual units of code to verify their functionality and behaviour.</a:t>
          </a:r>
          <a:endParaRPr lang="en-US" dirty="0"/>
        </a:p>
      </dgm:t>
    </dgm:pt>
    <dgm:pt modelId="{D8E0A477-73DE-4A0C-9125-BA57195743CE}" type="parTrans" cxnId="{64F52352-A1A2-44C5-8284-A99E3E474FC3}">
      <dgm:prSet/>
      <dgm:spPr/>
      <dgm:t>
        <a:bodyPr/>
        <a:lstStyle/>
        <a:p>
          <a:endParaRPr lang="en-US"/>
        </a:p>
      </dgm:t>
    </dgm:pt>
    <dgm:pt modelId="{47EF0064-BB42-4545-99E7-A6430B618920}" type="sibTrans" cxnId="{64F52352-A1A2-44C5-8284-A99E3E474FC3}">
      <dgm:prSet/>
      <dgm:spPr/>
      <dgm:t>
        <a:bodyPr/>
        <a:lstStyle/>
        <a:p>
          <a:endParaRPr lang="en-US"/>
        </a:p>
      </dgm:t>
    </dgm:pt>
    <dgm:pt modelId="{3EC9E2F9-72F2-47B7-810E-4D378DEFBC7F}">
      <dgm:prSet/>
      <dgm:spPr/>
      <dgm:t>
        <a:bodyPr/>
        <a:lstStyle/>
        <a:p>
          <a:r>
            <a:rPr lang="en-GB" b="1" u="sng"/>
            <a:t>4. Testing:</a:t>
          </a:r>
          <a:endParaRPr lang="en-US"/>
        </a:p>
      </dgm:t>
    </dgm:pt>
    <dgm:pt modelId="{92DB075A-94B8-4B9D-ACC3-4ACA274D0AF6}" type="parTrans" cxnId="{CC5F096B-184F-4BFB-9838-18C4AC547B11}">
      <dgm:prSet/>
      <dgm:spPr/>
      <dgm:t>
        <a:bodyPr/>
        <a:lstStyle/>
        <a:p>
          <a:endParaRPr lang="en-US"/>
        </a:p>
      </dgm:t>
    </dgm:pt>
    <dgm:pt modelId="{907AA73D-B7F4-4B86-A075-DC0289DADA12}" type="sibTrans" cxnId="{CC5F096B-184F-4BFB-9838-18C4AC547B11}">
      <dgm:prSet/>
      <dgm:spPr/>
      <dgm:t>
        <a:bodyPr/>
        <a:lstStyle/>
        <a:p>
          <a:endParaRPr lang="en-US"/>
        </a:p>
      </dgm:t>
    </dgm:pt>
    <dgm:pt modelId="{060CC0E4-4B6B-48CC-B2C1-2E3EA2525701}">
      <dgm:prSet/>
      <dgm:spPr/>
      <dgm:t>
        <a:bodyPr/>
        <a:lstStyle/>
        <a:p>
          <a:r>
            <a:rPr lang="en-GB" dirty="0"/>
            <a:t>Integration Testing: Test how different modules work together to ensure seamless flow and data exchange.</a:t>
          </a:r>
          <a:endParaRPr lang="en-US" dirty="0"/>
        </a:p>
      </dgm:t>
    </dgm:pt>
    <dgm:pt modelId="{039332F6-003B-4D9B-99BF-CF6969B00B51}" type="parTrans" cxnId="{165DBFC7-182E-4AF8-903F-6D360D7B494D}">
      <dgm:prSet/>
      <dgm:spPr/>
      <dgm:t>
        <a:bodyPr/>
        <a:lstStyle/>
        <a:p>
          <a:endParaRPr lang="en-US"/>
        </a:p>
      </dgm:t>
    </dgm:pt>
    <dgm:pt modelId="{B27D25F1-DB32-4001-8669-7D1AAFFDF716}" type="sibTrans" cxnId="{165DBFC7-182E-4AF8-903F-6D360D7B494D}">
      <dgm:prSet/>
      <dgm:spPr/>
      <dgm:t>
        <a:bodyPr/>
        <a:lstStyle/>
        <a:p>
          <a:endParaRPr lang="en-US"/>
        </a:p>
      </dgm:t>
    </dgm:pt>
    <dgm:pt modelId="{72D12058-5D51-432B-A7D3-9A534415BE35}">
      <dgm:prSet/>
      <dgm:spPr/>
      <dgm:t>
        <a:bodyPr/>
        <a:lstStyle/>
        <a:p>
          <a:r>
            <a:rPr lang="en-GB" dirty="0"/>
            <a:t>System Testing: Evaluate the overall functionality, performance, and compatibility of the complete system.</a:t>
          </a:r>
          <a:endParaRPr lang="en-US" dirty="0"/>
        </a:p>
      </dgm:t>
    </dgm:pt>
    <dgm:pt modelId="{3B39AF9F-2768-48BF-A5B4-3AA8B31327AA}" type="parTrans" cxnId="{7EFEF347-3173-4810-BB4A-9F25B70E4099}">
      <dgm:prSet/>
      <dgm:spPr/>
      <dgm:t>
        <a:bodyPr/>
        <a:lstStyle/>
        <a:p>
          <a:endParaRPr lang="en-US"/>
        </a:p>
      </dgm:t>
    </dgm:pt>
    <dgm:pt modelId="{058B1FC3-9929-472B-B666-5BF20739F3B3}" type="sibTrans" cxnId="{7EFEF347-3173-4810-BB4A-9F25B70E4099}">
      <dgm:prSet/>
      <dgm:spPr/>
      <dgm:t>
        <a:bodyPr/>
        <a:lstStyle/>
        <a:p>
          <a:endParaRPr lang="en-US"/>
        </a:p>
      </dgm:t>
    </dgm:pt>
    <dgm:pt modelId="{7B4B90B8-E8E5-4B81-81C2-DC198A9D426B}">
      <dgm:prSet/>
      <dgm:spPr/>
      <dgm:t>
        <a:bodyPr/>
        <a:lstStyle/>
        <a:p>
          <a:r>
            <a:rPr lang="en-GB" dirty="0"/>
            <a:t>Acceptance Testing: Involve users or stakeholders to confirm the software meets their expectations and requirements.</a:t>
          </a:r>
          <a:endParaRPr lang="en-US" dirty="0"/>
        </a:p>
      </dgm:t>
    </dgm:pt>
    <dgm:pt modelId="{D4C675C5-4CE1-4FB1-9B8B-1E1F7F28B9DA}" type="parTrans" cxnId="{6350A4B4-71DE-452C-8315-539084B4E767}">
      <dgm:prSet/>
      <dgm:spPr/>
      <dgm:t>
        <a:bodyPr/>
        <a:lstStyle/>
        <a:p>
          <a:endParaRPr lang="en-US"/>
        </a:p>
      </dgm:t>
    </dgm:pt>
    <dgm:pt modelId="{30C2533F-8AB5-4A12-A846-4B184822650A}" type="sibTrans" cxnId="{6350A4B4-71DE-452C-8315-539084B4E767}">
      <dgm:prSet/>
      <dgm:spPr/>
      <dgm:t>
        <a:bodyPr/>
        <a:lstStyle/>
        <a:p>
          <a:endParaRPr lang="en-US"/>
        </a:p>
      </dgm:t>
    </dgm:pt>
    <dgm:pt modelId="{43D37CE7-0DFA-4478-B16A-A0A51CE914C2}" type="pres">
      <dgm:prSet presAssocID="{AF8191D6-8FB4-4541-9E90-EA2E1F545989}" presName="linear" presStyleCnt="0">
        <dgm:presLayoutVars>
          <dgm:dir/>
          <dgm:animLvl val="lvl"/>
          <dgm:resizeHandles val="exact"/>
        </dgm:presLayoutVars>
      </dgm:prSet>
      <dgm:spPr/>
    </dgm:pt>
    <dgm:pt modelId="{0DD7157B-762F-4AA9-9137-F2E3E049C59A}" type="pres">
      <dgm:prSet presAssocID="{7E2213F2-5013-414E-B977-B13DD6EC94F7}" presName="parentLin" presStyleCnt="0"/>
      <dgm:spPr/>
    </dgm:pt>
    <dgm:pt modelId="{A79D4F6C-64D4-4FCC-A6AC-F9C66A588900}" type="pres">
      <dgm:prSet presAssocID="{7E2213F2-5013-414E-B977-B13DD6EC94F7}" presName="parentLeftMargin" presStyleLbl="node1" presStyleIdx="0" presStyleCnt="2"/>
      <dgm:spPr/>
    </dgm:pt>
    <dgm:pt modelId="{8296347D-9D8C-41F6-B7CE-F08FA07544D0}" type="pres">
      <dgm:prSet presAssocID="{7E2213F2-5013-414E-B977-B13DD6EC94F7}" presName="parentText" presStyleLbl="node1" presStyleIdx="0" presStyleCnt="2">
        <dgm:presLayoutVars>
          <dgm:chMax val="0"/>
          <dgm:bulletEnabled val="1"/>
        </dgm:presLayoutVars>
      </dgm:prSet>
      <dgm:spPr/>
    </dgm:pt>
    <dgm:pt modelId="{1E0C653E-8B71-4C61-8BE3-528415446C84}" type="pres">
      <dgm:prSet presAssocID="{7E2213F2-5013-414E-B977-B13DD6EC94F7}" presName="negativeSpace" presStyleCnt="0"/>
      <dgm:spPr/>
    </dgm:pt>
    <dgm:pt modelId="{ED7D9B49-1625-4D11-8FB1-5E3614727206}" type="pres">
      <dgm:prSet presAssocID="{7E2213F2-5013-414E-B977-B13DD6EC94F7}" presName="childText" presStyleLbl="conFgAcc1" presStyleIdx="0" presStyleCnt="2">
        <dgm:presLayoutVars>
          <dgm:bulletEnabled val="1"/>
        </dgm:presLayoutVars>
      </dgm:prSet>
      <dgm:spPr/>
    </dgm:pt>
    <dgm:pt modelId="{81A5C0A5-680B-4D42-91E2-748BD6E4AD39}" type="pres">
      <dgm:prSet presAssocID="{F2B7F40E-077E-4510-B70F-D9B2A61FB408}" presName="spaceBetweenRectangles" presStyleCnt="0"/>
      <dgm:spPr/>
    </dgm:pt>
    <dgm:pt modelId="{E8293117-055B-4659-A72B-2AD0A394CBFC}" type="pres">
      <dgm:prSet presAssocID="{3EC9E2F9-72F2-47B7-810E-4D378DEFBC7F}" presName="parentLin" presStyleCnt="0"/>
      <dgm:spPr/>
    </dgm:pt>
    <dgm:pt modelId="{D81D84E7-0B6D-4AA6-824B-74CC4E47605A}" type="pres">
      <dgm:prSet presAssocID="{3EC9E2F9-72F2-47B7-810E-4D378DEFBC7F}" presName="parentLeftMargin" presStyleLbl="node1" presStyleIdx="0" presStyleCnt="2"/>
      <dgm:spPr/>
    </dgm:pt>
    <dgm:pt modelId="{06099C95-FE74-4211-B299-850383454F46}" type="pres">
      <dgm:prSet presAssocID="{3EC9E2F9-72F2-47B7-810E-4D378DEFBC7F}" presName="parentText" presStyleLbl="node1" presStyleIdx="1" presStyleCnt="2">
        <dgm:presLayoutVars>
          <dgm:chMax val="0"/>
          <dgm:bulletEnabled val="1"/>
        </dgm:presLayoutVars>
      </dgm:prSet>
      <dgm:spPr/>
    </dgm:pt>
    <dgm:pt modelId="{CD350DD4-C254-4C74-8E3E-51895078CB01}" type="pres">
      <dgm:prSet presAssocID="{3EC9E2F9-72F2-47B7-810E-4D378DEFBC7F}" presName="negativeSpace" presStyleCnt="0"/>
      <dgm:spPr/>
    </dgm:pt>
    <dgm:pt modelId="{09912500-4935-4194-AE19-3C5AE5B086C6}" type="pres">
      <dgm:prSet presAssocID="{3EC9E2F9-72F2-47B7-810E-4D378DEFBC7F}" presName="childText" presStyleLbl="conFgAcc1" presStyleIdx="1" presStyleCnt="2">
        <dgm:presLayoutVars>
          <dgm:bulletEnabled val="1"/>
        </dgm:presLayoutVars>
      </dgm:prSet>
      <dgm:spPr/>
    </dgm:pt>
  </dgm:ptLst>
  <dgm:cxnLst>
    <dgm:cxn modelId="{A6DDCE38-8CF2-4EDC-9415-95461B94E70F}" type="presOf" srcId="{7E2213F2-5013-414E-B977-B13DD6EC94F7}" destId="{A79D4F6C-64D4-4FCC-A6AC-F9C66A588900}" srcOrd="0" destOrd="0" presId="urn:microsoft.com/office/officeart/2005/8/layout/list1"/>
    <dgm:cxn modelId="{2E63E342-F95B-423D-B1E5-1B32ACB4222C}" srcId="{AF8191D6-8FB4-4541-9E90-EA2E1F545989}" destId="{7E2213F2-5013-414E-B977-B13DD6EC94F7}" srcOrd="0" destOrd="0" parTransId="{1C950C55-E63B-4A61-92DC-FD5C04037B04}" sibTransId="{F2B7F40E-077E-4510-B70F-D9B2A61FB408}"/>
    <dgm:cxn modelId="{7EFEF347-3173-4810-BB4A-9F25B70E4099}" srcId="{3EC9E2F9-72F2-47B7-810E-4D378DEFBC7F}" destId="{72D12058-5D51-432B-A7D3-9A534415BE35}" srcOrd="1" destOrd="0" parTransId="{3B39AF9F-2768-48BF-A5B4-3AA8B31327AA}" sibTransId="{058B1FC3-9929-472B-B666-5BF20739F3B3}"/>
    <dgm:cxn modelId="{68789268-FA66-49FB-9F57-ECFE67A705C9}" srcId="{7E2213F2-5013-414E-B977-B13DD6EC94F7}" destId="{142770F1-3493-4425-9F83-AFE0594117A3}" srcOrd="1" destOrd="0" parTransId="{190493A1-29B8-4074-9322-1EC0D382832B}" sibTransId="{7E8FDE03-9365-4402-9921-5AAB47553319}"/>
    <dgm:cxn modelId="{CC5F096B-184F-4BFB-9838-18C4AC547B11}" srcId="{AF8191D6-8FB4-4541-9E90-EA2E1F545989}" destId="{3EC9E2F9-72F2-47B7-810E-4D378DEFBC7F}" srcOrd="1" destOrd="0" parTransId="{92DB075A-94B8-4B9D-ACC3-4ACA274D0AF6}" sibTransId="{907AA73D-B7F4-4B86-A075-DC0289DADA12}"/>
    <dgm:cxn modelId="{B7AA964E-9EDB-4EF9-B7A3-C940DA3C84FA}" type="presOf" srcId="{7E2213F2-5013-414E-B977-B13DD6EC94F7}" destId="{8296347D-9D8C-41F6-B7CE-F08FA07544D0}" srcOrd="1" destOrd="0" presId="urn:microsoft.com/office/officeart/2005/8/layout/list1"/>
    <dgm:cxn modelId="{64F52352-A1A2-44C5-8284-A99E3E474FC3}" srcId="{7E2213F2-5013-414E-B977-B13DD6EC94F7}" destId="{0E5E2466-F131-41A0-992E-AC85376D8782}" srcOrd="2" destOrd="0" parTransId="{D8E0A477-73DE-4A0C-9125-BA57195743CE}" sibTransId="{47EF0064-BB42-4545-99E7-A6430B618920}"/>
    <dgm:cxn modelId="{BD5FCC52-B1D6-411D-AE6B-70EB277CDDA5}" type="presOf" srcId="{F0657DBA-1D57-45E3-9CEE-3C1536DB05BA}" destId="{ED7D9B49-1625-4D11-8FB1-5E3614727206}" srcOrd="0" destOrd="0" presId="urn:microsoft.com/office/officeart/2005/8/layout/list1"/>
    <dgm:cxn modelId="{D90C8373-321F-4A61-A7D7-E0A2B928585C}" srcId="{7E2213F2-5013-414E-B977-B13DD6EC94F7}" destId="{F0657DBA-1D57-45E3-9CEE-3C1536DB05BA}" srcOrd="0" destOrd="0" parTransId="{899EACDD-1FB3-4908-9CE9-5738C7EC840C}" sibTransId="{5A3ED3F9-769A-4AA6-9112-89BF20D8200D}"/>
    <dgm:cxn modelId="{FE65238C-6802-4557-A031-57D1112B054B}" type="presOf" srcId="{7B4B90B8-E8E5-4B81-81C2-DC198A9D426B}" destId="{09912500-4935-4194-AE19-3C5AE5B086C6}" srcOrd="0" destOrd="2" presId="urn:microsoft.com/office/officeart/2005/8/layout/list1"/>
    <dgm:cxn modelId="{519164AA-D17E-4A0B-9CCE-A094A4FB45AC}" type="presOf" srcId="{AF8191D6-8FB4-4541-9E90-EA2E1F545989}" destId="{43D37CE7-0DFA-4478-B16A-A0A51CE914C2}" srcOrd="0" destOrd="0" presId="urn:microsoft.com/office/officeart/2005/8/layout/list1"/>
    <dgm:cxn modelId="{6350A4B4-71DE-452C-8315-539084B4E767}" srcId="{3EC9E2F9-72F2-47B7-810E-4D378DEFBC7F}" destId="{7B4B90B8-E8E5-4B81-81C2-DC198A9D426B}" srcOrd="2" destOrd="0" parTransId="{D4C675C5-4CE1-4FB1-9B8B-1E1F7F28B9DA}" sibTransId="{30C2533F-8AB5-4A12-A846-4B184822650A}"/>
    <dgm:cxn modelId="{901461B5-9FCB-463B-A2EC-5972F40C4A6E}" type="presOf" srcId="{3EC9E2F9-72F2-47B7-810E-4D378DEFBC7F}" destId="{06099C95-FE74-4211-B299-850383454F46}" srcOrd="1" destOrd="0" presId="urn:microsoft.com/office/officeart/2005/8/layout/list1"/>
    <dgm:cxn modelId="{B01990B6-531B-4F51-AE18-686317A66C47}" type="presOf" srcId="{0E5E2466-F131-41A0-992E-AC85376D8782}" destId="{ED7D9B49-1625-4D11-8FB1-5E3614727206}" srcOrd="0" destOrd="2" presId="urn:microsoft.com/office/officeart/2005/8/layout/list1"/>
    <dgm:cxn modelId="{E1D5DFC0-DFD5-44ED-A6D6-72CE7E9C1FAD}" type="presOf" srcId="{72D12058-5D51-432B-A7D3-9A534415BE35}" destId="{09912500-4935-4194-AE19-3C5AE5B086C6}" srcOrd="0" destOrd="1" presId="urn:microsoft.com/office/officeart/2005/8/layout/list1"/>
    <dgm:cxn modelId="{165DBFC7-182E-4AF8-903F-6D360D7B494D}" srcId="{3EC9E2F9-72F2-47B7-810E-4D378DEFBC7F}" destId="{060CC0E4-4B6B-48CC-B2C1-2E3EA2525701}" srcOrd="0" destOrd="0" parTransId="{039332F6-003B-4D9B-99BF-CF6969B00B51}" sibTransId="{B27D25F1-DB32-4001-8669-7D1AAFFDF716}"/>
    <dgm:cxn modelId="{E360EAD2-2C94-4DEA-9E36-2E836F4034CF}" type="presOf" srcId="{3EC9E2F9-72F2-47B7-810E-4D378DEFBC7F}" destId="{D81D84E7-0B6D-4AA6-824B-74CC4E47605A}" srcOrd="0" destOrd="0" presId="urn:microsoft.com/office/officeart/2005/8/layout/list1"/>
    <dgm:cxn modelId="{F8D5A7DA-ED99-482A-A2FC-EFACAE3EEF7C}" type="presOf" srcId="{142770F1-3493-4425-9F83-AFE0594117A3}" destId="{ED7D9B49-1625-4D11-8FB1-5E3614727206}" srcOrd="0" destOrd="1" presId="urn:microsoft.com/office/officeart/2005/8/layout/list1"/>
    <dgm:cxn modelId="{EF9A61E9-F0C6-404A-AA68-F85AAEB9C287}" type="presOf" srcId="{060CC0E4-4B6B-48CC-B2C1-2E3EA2525701}" destId="{09912500-4935-4194-AE19-3C5AE5B086C6}" srcOrd="0" destOrd="0" presId="urn:microsoft.com/office/officeart/2005/8/layout/list1"/>
    <dgm:cxn modelId="{9B53028C-A4F9-43C2-874E-A6751EEC9043}" type="presParOf" srcId="{43D37CE7-0DFA-4478-B16A-A0A51CE914C2}" destId="{0DD7157B-762F-4AA9-9137-F2E3E049C59A}" srcOrd="0" destOrd="0" presId="urn:microsoft.com/office/officeart/2005/8/layout/list1"/>
    <dgm:cxn modelId="{B3EC965A-06C8-43B9-AFB2-319381FA668B}" type="presParOf" srcId="{0DD7157B-762F-4AA9-9137-F2E3E049C59A}" destId="{A79D4F6C-64D4-4FCC-A6AC-F9C66A588900}" srcOrd="0" destOrd="0" presId="urn:microsoft.com/office/officeart/2005/8/layout/list1"/>
    <dgm:cxn modelId="{67FCA222-A61B-477F-95E5-5FED77971C4F}" type="presParOf" srcId="{0DD7157B-762F-4AA9-9137-F2E3E049C59A}" destId="{8296347D-9D8C-41F6-B7CE-F08FA07544D0}" srcOrd="1" destOrd="0" presId="urn:microsoft.com/office/officeart/2005/8/layout/list1"/>
    <dgm:cxn modelId="{50136438-04E6-43D6-B0F7-7BC59BE29CAD}" type="presParOf" srcId="{43D37CE7-0DFA-4478-B16A-A0A51CE914C2}" destId="{1E0C653E-8B71-4C61-8BE3-528415446C84}" srcOrd="1" destOrd="0" presId="urn:microsoft.com/office/officeart/2005/8/layout/list1"/>
    <dgm:cxn modelId="{F06962AA-83BF-4843-B8F0-B55DC660FA6C}" type="presParOf" srcId="{43D37CE7-0DFA-4478-B16A-A0A51CE914C2}" destId="{ED7D9B49-1625-4D11-8FB1-5E3614727206}" srcOrd="2" destOrd="0" presId="urn:microsoft.com/office/officeart/2005/8/layout/list1"/>
    <dgm:cxn modelId="{54C3D4C3-5B6E-4EDC-808B-184C08D2DF4D}" type="presParOf" srcId="{43D37CE7-0DFA-4478-B16A-A0A51CE914C2}" destId="{81A5C0A5-680B-4D42-91E2-748BD6E4AD39}" srcOrd="3" destOrd="0" presId="urn:microsoft.com/office/officeart/2005/8/layout/list1"/>
    <dgm:cxn modelId="{2A7F4893-244C-4B76-9857-529145E69328}" type="presParOf" srcId="{43D37CE7-0DFA-4478-B16A-A0A51CE914C2}" destId="{E8293117-055B-4659-A72B-2AD0A394CBFC}" srcOrd="4" destOrd="0" presId="urn:microsoft.com/office/officeart/2005/8/layout/list1"/>
    <dgm:cxn modelId="{6948F4F1-BC03-4427-8C30-5F33D177BD36}" type="presParOf" srcId="{E8293117-055B-4659-A72B-2AD0A394CBFC}" destId="{D81D84E7-0B6D-4AA6-824B-74CC4E47605A}" srcOrd="0" destOrd="0" presId="urn:microsoft.com/office/officeart/2005/8/layout/list1"/>
    <dgm:cxn modelId="{1609A08D-2E55-4B35-9407-F5F06599CB3F}" type="presParOf" srcId="{E8293117-055B-4659-A72B-2AD0A394CBFC}" destId="{06099C95-FE74-4211-B299-850383454F46}" srcOrd="1" destOrd="0" presId="urn:microsoft.com/office/officeart/2005/8/layout/list1"/>
    <dgm:cxn modelId="{01D55379-FA47-44B5-9DC1-24527A93698D}" type="presParOf" srcId="{43D37CE7-0DFA-4478-B16A-A0A51CE914C2}" destId="{CD350DD4-C254-4C74-8E3E-51895078CB01}" srcOrd="5" destOrd="0" presId="urn:microsoft.com/office/officeart/2005/8/layout/list1"/>
    <dgm:cxn modelId="{2E79A9E6-1021-4EB4-B5F1-46F74B5A7171}" type="presParOf" srcId="{43D37CE7-0DFA-4478-B16A-A0A51CE914C2}" destId="{09912500-4935-4194-AE19-3C5AE5B086C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CFC395-0FF5-4329-A340-A6B2D019CB1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5D9563E-48D3-4A6C-878E-392E3D0F1317}">
      <dgm:prSet/>
      <dgm:spPr/>
      <dgm:t>
        <a:bodyPr/>
        <a:lstStyle/>
        <a:p>
          <a:r>
            <a:rPr lang="en-US" dirty="0"/>
            <a:t>Software will have fewer latent defects, resulting in reduced effort and time spent during testing and maintenance</a:t>
          </a:r>
        </a:p>
      </dgm:t>
    </dgm:pt>
    <dgm:pt modelId="{60414C92-39E0-4BB0-BC2B-479AA55C222F}" type="parTrans" cxnId="{B181DA9B-65FA-4210-A64C-F19CA602DC45}">
      <dgm:prSet/>
      <dgm:spPr/>
      <dgm:t>
        <a:bodyPr/>
        <a:lstStyle/>
        <a:p>
          <a:endParaRPr lang="en-US"/>
        </a:p>
      </dgm:t>
    </dgm:pt>
    <dgm:pt modelId="{D97914FC-60F7-4DB9-ADFF-50F70FFCACC3}" type="sibTrans" cxnId="{B181DA9B-65FA-4210-A64C-F19CA602DC45}">
      <dgm:prSet/>
      <dgm:spPr/>
      <dgm:t>
        <a:bodyPr/>
        <a:lstStyle/>
        <a:p>
          <a:endParaRPr lang="en-US"/>
        </a:p>
      </dgm:t>
    </dgm:pt>
    <dgm:pt modelId="{4B3B8099-C02B-423A-8895-B12FA4ABBD0D}">
      <dgm:prSet/>
      <dgm:spPr/>
      <dgm:t>
        <a:bodyPr/>
        <a:lstStyle/>
        <a:p>
          <a:r>
            <a:rPr lang="en-US" dirty="0"/>
            <a:t>Higher reliability will result in greater customer satisfaction</a:t>
          </a:r>
        </a:p>
      </dgm:t>
    </dgm:pt>
    <dgm:pt modelId="{2613ABE3-6D79-4D1F-A7B7-62C00AE108E8}" type="parTrans" cxnId="{6A797595-6FB8-4BCF-843B-BEAB175D2220}">
      <dgm:prSet/>
      <dgm:spPr/>
      <dgm:t>
        <a:bodyPr/>
        <a:lstStyle/>
        <a:p>
          <a:endParaRPr lang="en-US"/>
        </a:p>
      </dgm:t>
    </dgm:pt>
    <dgm:pt modelId="{15119CFE-98A0-4E10-83D7-5F65F843306F}" type="sibTrans" cxnId="{6A797595-6FB8-4BCF-843B-BEAB175D2220}">
      <dgm:prSet/>
      <dgm:spPr/>
      <dgm:t>
        <a:bodyPr/>
        <a:lstStyle/>
        <a:p>
          <a:endParaRPr lang="en-US"/>
        </a:p>
      </dgm:t>
    </dgm:pt>
    <dgm:pt modelId="{B4FB1F12-24BC-47C6-BD3F-5A50E583DB19}">
      <dgm:prSet/>
      <dgm:spPr/>
      <dgm:t>
        <a:bodyPr/>
        <a:lstStyle/>
        <a:p>
          <a:r>
            <a:rPr lang="en-US"/>
            <a:t>Maintenance costs can be reduced</a:t>
          </a:r>
        </a:p>
      </dgm:t>
    </dgm:pt>
    <dgm:pt modelId="{61C011C2-4A31-4F4B-8489-388FA88DC64B}" type="parTrans" cxnId="{C50CF8ED-2B55-461A-AF40-0A87AAB373D0}">
      <dgm:prSet/>
      <dgm:spPr/>
      <dgm:t>
        <a:bodyPr/>
        <a:lstStyle/>
        <a:p>
          <a:endParaRPr lang="en-US"/>
        </a:p>
      </dgm:t>
    </dgm:pt>
    <dgm:pt modelId="{3ACD2B20-E421-4042-BEAE-F3C552FA370D}" type="sibTrans" cxnId="{C50CF8ED-2B55-461A-AF40-0A87AAB373D0}">
      <dgm:prSet/>
      <dgm:spPr/>
      <dgm:t>
        <a:bodyPr/>
        <a:lstStyle/>
        <a:p>
          <a:endParaRPr lang="en-US"/>
        </a:p>
      </dgm:t>
    </dgm:pt>
    <dgm:pt modelId="{0CF0FC40-4CAD-41E6-8913-ACE8F5542102}">
      <dgm:prSet/>
      <dgm:spPr/>
      <dgm:t>
        <a:bodyPr/>
        <a:lstStyle/>
        <a:p>
          <a:r>
            <a:rPr lang="en-US"/>
            <a:t>Overall life cycle cost of software is reduced</a:t>
          </a:r>
        </a:p>
      </dgm:t>
    </dgm:pt>
    <dgm:pt modelId="{1E0A47D6-742C-490E-B319-C0B97C2304A9}" type="parTrans" cxnId="{09851920-9405-4321-8461-997E16BD1ED7}">
      <dgm:prSet/>
      <dgm:spPr/>
      <dgm:t>
        <a:bodyPr/>
        <a:lstStyle/>
        <a:p>
          <a:endParaRPr lang="en-US"/>
        </a:p>
      </dgm:t>
    </dgm:pt>
    <dgm:pt modelId="{624D9987-DFFC-4EA4-882E-07EC8DF18699}" type="sibTrans" cxnId="{09851920-9405-4321-8461-997E16BD1ED7}">
      <dgm:prSet/>
      <dgm:spPr/>
      <dgm:t>
        <a:bodyPr/>
        <a:lstStyle/>
        <a:p>
          <a:endParaRPr lang="en-US"/>
        </a:p>
      </dgm:t>
    </dgm:pt>
    <dgm:pt modelId="{80990B41-D8CA-4897-BEB6-80F1C1F9FDC8}" type="pres">
      <dgm:prSet presAssocID="{E5CFC395-0FF5-4329-A340-A6B2D019CB19}" presName="linear" presStyleCnt="0">
        <dgm:presLayoutVars>
          <dgm:animLvl val="lvl"/>
          <dgm:resizeHandles val="exact"/>
        </dgm:presLayoutVars>
      </dgm:prSet>
      <dgm:spPr/>
    </dgm:pt>
    <dgm:pt modelId="{C82BD2DF-FC5D-4E3D-940A-F690FDEDEE8C}" type="pres">
      <dgm:prSet presAssocID="{65D9563E-48D3-4A6C-878E-392E3D0F1317}" presName="parentText" presStyleLbl="node1" presStyleIdx="0" presStyleCnt="4">
        <dgm:presLayoutVars>
          <dgm:chMax val="0"/>
          <dgm:bulletEnabled val="1"/>
        </dgm:presLayoutVars>
      </dgm:prSet>
      <dgm:spPr/>
    </dgm:pt>
    <dgm:pt modelId="{57ADA6D2-7305-46D7-B57C-5DC619FE2304}" type="pres">
      <dgm:prSet presAssocID="{D97914FC-60F7-4DB9-ADFF-50F70FFCACC3}" presName="spacer" presStyleCnt="0"/>
      <dgm:spPr/>
    </dgm:pt>
    <dgm:pt modelId="{070393B9-6898-47DC-9453-4BDE6582D183}" type="pres">
      <dgm:prSet presAssocID="{4B3B8099-C02B-423A-8895-B12FA4ABBD0D}" presName="parentText" presStyleLbl="node1" presStyleIdx="1" presStyleCnt="4">
        <dgm:presLayoutVars>
          <dgm:chMax val="0"/>
          <dgm:bulletEnabled val="1"/>
        </dgm:presLayoutVars>
      </dgm:prSet>
      <dgm:spPr/>
    </dgm:pt>
    <dgm:pt modelId="{7DB3F8D9-A52E-4D6B-B207-28F9995F6A16}" type="pres">
      <dgm:prSet presAssocID="{15119CFE-98A0-4E10-83D7-5F65F843306F}" presName="spacer" presStyleCnt="0"/>
      <dgm:spPr/>
    </dgm:pt>
    <dgm:pt modelId="{1C8C8AEA-92D2-4C42-8CD8-614CDF68C68A}" type="pres">
      <dgm:prSet presAssocID="{B4FB1F12-24BC-47C6-BD3F-5A50E583DB19}" presName="parentText" presStyleLbl="node1" presStyleIdx="2" presStyleCnt="4">
        <dgm:presLayoutVars>
          <dgm:chMax val="0"/>
          <dgm:bulletEnabled val="1"/>
        </dgm:presLayoutVars>
      </dgm:prSet>
      <dgm:spPr/>
    </dgm:pt>
    <dgm:pt modelId="{0581D72D-ECA4-4DEF-865D-377806DC37E6}" type="pres">
      <dgm:prSet presAssocID="{3ACD2B20-E421-4042-BEAE-F3C552FA370D}" presName="spacer" presStyleCnt="0"/>
      <dgm:spPr/>
    </dgm:pt>
    <dgm:pt modelId="{4B74C243-0509-41EC-8AC9-823D9B3C890C}" type="pres">
      <dgm:prSet presAssocID="{0CF0FC40-4CAD-41E6-8913-ACE8F5542102}" presName="parentText" presStyleLbl="node1" presStyleIdx="3" presStyleCnt="4">
        <dgm:presLayoutVars>
          <dgm:chMax val="0"/>
          <dgm:bulletEnabled val="1"/>
        </dgm:presLayoutVars>
      </dgm:prSet>
      <dgm:spPr/>
    </dgm:pt>
  </dgm:ptLst>
  <dgm:cxnLst>
    <dgm:cxn modelId="{09851920-9405-4321-8461-997E16BD1ED7}" srcId="{E5CFC395-0FF5-4329-A340-A6B2D019CB19}" destId="{0CF0FC40-4CAD-41E6-8913-ACE8F5542102}" srcOrd="3" destOrd="0" parTransId="{1E0A47D6-742C-490E-B319-C0B97C2304A9}" sibTransId="{624D9987-DFFC-4EA4-882E-07EC8DF18699}"/>
    <dgm:cxn modelId="{303F203F-C618-4173-BDBE-238B1E72A533}" type="presOf" srcId="{B4FB1F12-24BC-47C6-BD3F-5A50E583DB19}" destId="{1C8C8AEA-92D2-4C42-8CD8-614CDF68C68A}" srcOrd="0" destOrd="0" presId="urn:microsoft.com/office/officeart/2005/8/layout/vList2"/>
    <dgm:cxn modelId="{B14A9F5F-E9F2-4BF6-98AE-F668D0355F2D}" type="presOf" srcId="{E5CFC395-0FF5-4329-A340-A6B2D019CB19}" destId="{80990B41-D8CA-4897-BEB6-80F1C1F9FDC8}" srcOrd="0" destOrd="0" presId="urn:microsoft.com/office/officeart/2005/8/layout/vList2"/>
    <dgm:cxn modelId="{0A7FC758-FDB8-453D-926B-2A6FCD8CFE24}" type="presOf" srcId="{0CF0FC40-4CAD-41E6-8913-ACE8F5542102}" destId="{4B74C243-0509-41EC-8AC9-823D9B3C890C}" srcOrd="0" destOrd="0" presId="urn:microsoft.com/office/officeart/2005/8/layout/vList2"/>
    <dgm:cxn modelId="{00D3388D-3813-47C1-ACFC-87D47B1D2840}" type="presOf" srcId="{4B3B8099-C02B-423A-8895-B12FA4ABBD0D}" destId="{070393B9-6898-47DC-9453-4BDE6582D183}" srcOrd="0" destOrd="0" presId="urn:microsoft.com/office/officeart/2005/8/layout/vList2"/>
    <dgm:cxn modelId="{6A797595-6FB8-4BCF-843B-BEAB175D2220}" srcId="{E5CFC395-0FF5-4329-A340-A6B2D019CB19}" destId="{4B3B8099-C02B-423A-8895-B12FA4ABBD0D}" srcOrd="1" destOrd="0" parTransId="{2613ABE3-6D79-4D1F-A7B7-62C00AE108E8}" sibTransId="{15119CFE-98A0-4E10-83D7-5F65F843306F}"/>
    <dgm:cxn modelId="{8002289A-DB12-44D1-976D-E89275035939}" type="presOf" srcId="{65D9563E-48D3-4A6C-878E-392E3D0F1317}" destId="{C82BD2DF-FC5D-4E3D-940A-F690FDEDEE8C}" srcOrd="0" destOrd="0" presId="urn:microsoft.com/office/officeart/2005/8/layout/vList2"/>
    <dgm:cxn modelId="{B181DA9B-65FA-4210-A64C-F19CA602DC45}" srcId="{E5CFC395-0FF5-4329-A340-A6B2D019CB19}" destId="{65D9563E-48D3-4A6C-878E-392E3D0F1317}" srcOrd="0" destOrd="0" parTransId="{60414C92-39E0-4BB0-BC2B-479AA55C222F}" sibTransId="{D97914FC-60F7-4DB9-ADFF-50F70FFCACC3}"/>
    <dgm:cxn modelId="{C50CF8ED-2B55-461A-AF40-0A87AAB373D0}" srcId="{E5CFC395-0FF5-4329-A340-A6B2D019CB19}" destId="{B4FB1F12-24BC-47C6-BD3F-5A50E583DB19}" srcOrd="2" destOrd="0" parTransId="{61C011C2-4A31-4F4B-8489-388FA88DC64B}" sibTransId="{3ACD2B20-E421-4042-BEAE-F3C552FA370D}"/>
    <dgm:cxn modelId="{5BDECF97-4D1A-4454-AF19-E82996A0722A}" type="presParOf" srcId="{80990B41-D8CA-4897-BEB6-80F1C1F9FDC8}" destId="{C82BD2DF-FC5D-4E3D-940A-F690FDEDEE8C}" srcOrd="0" destOrd="0" presId="urn:microsoft.com/office/officeart/2005/8/layout/vList2"/>
    <dgm:cxn modelId="{96363320-9D91-4F95-97C1-027AE30100B6}" type="presParOf" srcId="{80990B41-D8CA-4897-BEB6-80F1C1F9FDC8}" destId="{57ADA6D2-7305-46D7-B57C-5DC619FE2304}" srcOrd="1" destOrd="0" presId="urn:microsoft.com/office/officeart/2005/8/layout/vList2"/>
    <dgm:cxn modelId="{5E5B013F-D508-450D-BD60-B11950BA82D4}" type="presParOf" srcId="{80990B41-D8CA-4897-BEB6-80F1C1F9FDC8}" destId="{070393B9-6898-47DC-9453-4BDE6582D183}" srcOrd="2" destOrd="0" presId="urn:microsoft.com/office/officeart/2005/8/layout/vList2"/>
    <dgm:cxn modelId="{A568B926-D4A8-432F-8D4C-D1B9F267EB84}" type="presParOf" srcId="{80990B41-D8CA-4897-BEB6-80F1C1F9FDC8}" destId="{7DB3F8D9-A52E-4D6B-B207-28F9995F6A16}" srcOrd="3" destOrd="0" presId="urn:microsoft.com/office/officeart/2005/8/layout/vList2"/>
    <dgm:cxn modelId="{CA17B1EF-9698-4BEC-823D-93B7AAF17B8F}" type="presParOf" srcId="{80990B41-D8CA-4897-BEB6-80F1C1F9FDC8}" destId="{1C8C8AEA-92D2-4C42-8CD8-614CDF68C68A}" srcOrd="4" destOrd="0" presId="urn:microsoft.com/office/officeart/2005/8/layout/vList2"/>
    <dgm:cxn modelId="{4DF2FF8B-9D2B-4834-BA52-9BC78884E2CC}" type="presParOf" srcId="{80990B41-D8CA-4897-BEB6-80F1C1F9FDC8}" destId="{0581D72D-ECA4-4DEF-865D-377806DC37E6}" srcOrd="5" destOrd="0" presId="urn:microsoft.com/office/officeart/2005/8/layout/vList2"/>
    <dgm:cxn modelId="{8C50114B-BB78-40AC-9C2F-633CE3473392}" type="presParOf" srcId="{80990B41-D8CA-4897-BEB6-80F1C1F9FDC8}" destId="{4B74C243-0509-41EC-8AC9-823D9B3C890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075C08-A3A4-4434-8FED-7FF83FDCF9B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538EEC3-2EA2-48C1-B256-800562F47601}">
      <dgm:prSet/>
      <dgm:spPr/>
      <dgm:t>
        <a:bodyPr/>
        <a:lstStyle/>
        <a:p>
          <a:r>
            <a:rPr lang="en-US"/>
            <a:t>It is difficult to institute in small organizations, where available resources to perform necessary activities are not available</a:t>
          </a:r>
        </a:p>
      </dgm:t>
    </dgm:pt>
    <dgm:pt modelId="{2D3DBB4D-3FB4-463F-AD28-C945B4BBC0A4}" type="parTrans" cxnId="{25ACC76B-D5A4-4A42-B5AE-84F9BDFFABFE}">
      <dgm:prSet/>
      <dgm:spPr/>
      <dgm:t>
        <a:bodyPr/>
        <a:lstStyle/>
        <a:p>
          <a:endParaRPr lang="en-US"/>
        </a:p>
      </dgm:t>
    </dgm:pt>
    <dgm:pt modelId="{9C0A401A-4C5B-47CE-A924-E8E9C89FE73D}" type="sibTrans" cxnId="{25ACC76B-D5A4-4A42-B5AE-84F9BDFFABFE}">
      <dgm:prSet/>
      <dgm:spPr/>
      <dgm:t>
        <a:bodyPr/>
        <a:lstStyle/>
        <a:p>
          <a:endParaRPr lang="en-US"/>
        </a:p>
      </dgm:t>
    </dgm:pt>
    <dgm:pt modelId="{B725E762-F972-476A-98CF-7EE00BC2A89A}">
      <dgm:prSet/>
      <dgm:spPr/>
      <dgm:t>
        <a:bodyPr/>
        <a:lstStyle/>
        <a:p>
          <a:r>
            <a:rPr lang="en-US"/>
            <a:t>It represents cultural change - and change is never easy</a:t>
          </a:r>
        </a:p>
      </dgm:t>
    </dgm:pt>
    <dgm:pt modelId="{76822304-3C9C-42F5-9780-D768AF371071}" type="parTrans" cxnId="{0DC05EC2-A51D-49DA-A58A-2B1DC193D279}">
      <dgm:prSet/>
      <dgm:spPr/>
      <dgm:t>
        <a:bodyPr/>
        <a:lstStyle/>
        <a:p>
          <a:endParaRPr lang="en-US"/>
        </a:p>
      </dgm:t>
    </dgm:pt>
    <dgm:pt modelId="{BCE4553F-0092-4F16-81E1-FBD81663932F}" type="sibTrans" cxnId="{0DC05EC2-A51D-49DA-A58A-2B1DC193D279}">
      <dgm:prSet/>
      <dgm:spPr/>
      <dgm:t>
        <a:bodyPr/>
        <a:lstStyle/>
        <a:p>
          <a:endParaRPr lang="en-US"/>
        </a:p>
      </dgm:t>
    </dgm:pt>
    <dgm:pt modelId="{A64DDD87-CB3E-4497-AF61-F2F055BC3A14}">
      <dgm:prSet/>
      <dgm:spPr/>
      <dgm:t>
        <a:bodyPr/>
        <a:lstStyle/>
        <a:p>
          <a:r>
            <a:rPr lang="en-US" dirty="0"/>
            <a:t>It requires the expenditure of dollars that would not otherwise be explicitly budgeted to software engineering  or QA</a:t>
          </a:r>
        </a:p>
      </dgm:t>
    </dgm:pt>
    <dgm:pt modelId="{33D3940C-C851-41D2-A7D0-704B3B7FAA38}" type="parTrans" cxnId="{9DC74453-BDC5-44DE-B1E9-25B3EC3F2898}">
      <dgm:prSet/>
      <dgm:spPr/>
      <dgm:t>
        <a:bodyPr/>
        <a:lstStyle/>
        <a:p>
          <a:endParaRPr lang="en-US"/>
        </a:p>
      </dgm:t>
    </dgm:pt>
    <dgm:pt modelId="{01E453D6-A727-490B-9317-D7ACCEF8CAA2}" type="sibTrans" cxnId="{9DC74453-BDC5-44DE-B1E9-25B3EC3F2898}">
      <dgm:prSet/>
      <dgm:spPr/>
      <dgm:t>
        <a:bodyPr/>
        <a:lstStyle/>
        <a:p>
          <a:endParaRPr lang="en-US"/>
        </a:p>
      </dgm:t>
    </dgm:pt>
    <dgm:pt modelId="{209E3C54-1398-4A6B-9805-37273260BCE9}" type="pres">
      <dgm:prSet presAssocID="{89075C08-A3A4-4434-8FED-7FF83FDCF9BC}" presName="linear" presStyleCnt="0">
        <dgm:presLayoutVars>
          <dgm:animLvl val="lvl"/>
          <dgm:resizeHandles val="exact"/>
        </dgm:presLayoutVars>
      </dgm:prSet>
      <dgm:spPr/>
    </dgm:pt>
    <dgm:pt modelId="{3EF32FEB-E81C-4668-B8EC-4427D4A708AF}" type="pres">
      <dgm:prSet presAssocID="{3538EEC3-2EA2-48C1-B256-800562F47601}" presName="parentText" presStyleLbl="node1" presStyleIdx="0" presStyleCnt="3">
        <dgm:presLayoutVars>
          <dgm:chMax val="0"/>
          <dgm:bulletEnabled val="1"/>
        </dgm:presLayoutVars>
      </dgm:prSet>
      <dgm:spPr/>
    </dgm:pt>
    <dgm:pt modelId="{806CC977-1B49-4BD1-B312-B72B8BB8E1C1}" type="pres">
      <dgm:prSet presAssocID="{9C0A401A-4C5B-47CE-A924-E8E9C89FE73D}" presName="spacer" presStyleCnt="0"/>
      <dgm:spPr/>
    </dgm:pt>
    <dgm:pt modelId="{5FD040BA-A63D-4BBC-AA51-00B06B486980}" type="pres">
      <dgm:prSet presAssocID="{B725E762-F972-476A-98CF-7EE00BC2A89A}" presName="parentText" presStyleLbl="node1" presStyleIdx="1" presStyleCnt="3">
        <dgm:presLayoutVars>
          <dgm:chMax val="0"/>
          <dgm:bulletEnabled val="1"/>
        </dgm:presLayoutVars>
      </dgm:prSet>
      <dgm:spPr/>
    </dgm:pt>
    <dgm:pt modelId="{47A3BB3F-84D7-4D11-930B-5393602B7C40}" type="pres">
      <dgm:prSet presAssocID="{BCE4553F-0092-4F16-81E1-FBD81663932F}" presName="spacer" presStyleCnt="0"/>
      <dgm:spPr/>
    </dgm:pt>
    <dgm:pt modelId="{B6FB225D-E4B8-43D1-B389-BE7F0F880482}" type="pres">
      <dgm:prSet presAssocID="{A64DDD87-CB3E-4497-AF61-F2F055BC3A14}" presName="parentText" presStyleLbl="node1" presStyleIdx="2" presStyleCnt="3">
        <dgm:presLayoutVars>
          <dgm:chMax val="0"/>
          <dgm:bulletEnabled val="1"/>
        </dgm:presLayoutVars>
      </dgm:prSet>
      <dgm:spPr/>
    </dgm:pt>
  </dgm:ptLst>
  <dgm:cxnLst>
    <dgm:cxn modelId="{25ACC76B-D5A4-4A42-B5AE-84F9BDFFABFE}" srcId="{89075C08-A3A4-4434-8FED-7FF83FDCF9BC}" destId="{3538EEC3-2EA2-48C1-B256-800562F47601}" srcOrd="0" destOrd="0" parTransId="{2D3DBB4D-3FB4-463F-AD28-C945B4BBC0A4}" sibTransId="{9C0A401A-4C5B-47CE-A924-E8E9C89FE73D}"/>
    <dgm:cxn modelId="{C4097251-050E-4E9A-896B-0F69E0968205}" type="presOf" srcId="{3538EEC3-2EA2-48C1-B256-800562F47601}" destId="{3EF32FEB-E81C-4668-B8EC-4427D4A708AF}" srcOrd="0" destOrd="0" presId="urn:microsoft.com/office/officeart/2005/8/layout/vList2"/>
    <dgm:cxn modelId="{9DC74453-BDC5-44DE-B1E9-25B3EC3F2898}" srcId="{89075C08-A3A4-4434-8FED-7FF83FDCF9BC}" destId="{A64DDD87-CB3E-4497-AF61-F2F055BC3A14}" srcOrd="2" destOrd="0" parTransId="{33D3940C-C851-41D2-A7D0-704B3B7FAA38}" sibTransId="{01E453D6-A727-490B-9317-D7ACCEF8CAA2}"/>
    <dgm:cxn modelId="{5C125657-A6AB-4437-8332-8F48554938F6}" type="presOf" srcId="{A64DDD87-CB3E-4497-AF61-F2F055BC3A14}" destId="{B6FB225D-E4B8-43D1-B389-BE7F0F880482}" srcOrd="0" destOrd="0" presId="urn:microsoft.com/office/officeart/2005/8/layout/vList2"/>
    <dgm:cxn modelId="{0DC05EC2-A51D-49DA-A58A-2B1DC193D279}" srcId="{89075C08-A3A4-4434-8FED-7FF83FDCF9BC}" destId="{B725E762-F972-476A-98CF-7EE00BC2A89A}" srcOrd="1" destOrd="0" parTransId="{76822304-3C9C-42F5-9780-D768AF371071}" sibTransId="{BCE4553F-0092-4F16-81E1-FBD81663932F}"/>
    <dgm:cxn modelId="{156317CF-2463-40DA-B1B8-E83D78D33544}" type="presOf" srcId="{B725E762-F972-476A-98CF-7EE00BC2A89A}" destId="{5FD040BA-A63D-4BBC-AA51-00B06B486980}" srcOrd="0" destOrd="0" presId="urn:microsoft.com/office/officeart/2005/8/layout/vList2"/>
    <dgm:cxn modelId="{B5EA8CF1-1083-4C27-BE83-8DB49E4D1309}" type="presOf" srcId="{89075C08-A3A4-4434-8FED-7FF83FDCF9BC}" destId="{209E3C54-1398-4A6B-9805-37273260BCE9}" srcOrd="0" destOrd="0" presId="urn:microsoft.com/office/officeart/2005/8/layout/vList2"/>
    <dgm:cxn modelId="{669C7B2F-A620-4F7C-8792-FE76F086121E}" type="presParOf" srcId="{209E3C54-1398-4A6B-9805-37273260BCE9}" destId="{3EF32FEB-E81C-4668-B8EC-4427D4A708AF}" srcOrd="0" destOrd="0" presId="urn:microsoft.com/office/officeart/2005/8/layout/vList2"/>
    <dgm:cxn modelId="{EEE422C2-218E-43EF-8C00-CC8651760FBB}" type="presParOf" srcId="{209E3C54-1398-4A6B-9805-37273260BCE9}" destId="{806CC977-1B49-4BD1-B312-B72B8BB8E1C1}" srcOrd="1" destOrd="0" presId="urn:microsoft.com/office/officeart/2005/8/layout/vList2"/>
    <dgm:cxn modelId="{C0A495CC-6262-4131-A3BB-9D25CCE8F834}" type="presParOf" srcId="{209E3C54-1398-4A6B-9805-37273260BCE9}" destId="{5FD040BA-A63D-4BBC-AA51-00B06B486980}" srcOrd="2" destOrd="0" presId="urn:microsoft.com/office/officeart/2005/8/layout/vList2"/>
    <dgm:cxn modelId="{EE21D9B6-4859-4DEE-9498-93791DA970FE}" type="presParOf" srcId="{209E3C54-1398-4A6B-9805-37273260BCE9}" destId="{47A3BB3F-84D7-4D11-930B-5393602B7C40}" srcOrd="3" destOrd="0" presId="urn:microsoft.com/office/officeart/2005/8/layout/vList2"/>
    <dgm:cxn modelId="{8BFD9552-0DCE-4ADF-9C26-FBEF13CF8BB8}" type="presParOf" srcId="{209E3C54-1398-4A6B-9805-37273260BCE9}" destId="{B6FB225D-E4B8-43D1-B389-BE7F0F88048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997C93-56E0-44B3-9B7B-54E21260E17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9ED024C-1236-4E42-ADC9-6F3104BCF71B}">
      <dgm:prSet/>
      <dgm:spPr/>
      <dgm:t>
        <a:bodyPr/>
        <a:lstStyle/>
        <a:p>
          <a:pPr>
            <a:lnSpc>
              <a:spcPct val="100000"/>
            </a:lnSpc>
          </a:pPr>
          <a:r>
            <a:rPr lang="en-US"/>
            <a:t>Are major functions defined in a bounded and unambiguous fashion?</a:t>
          </a:r>
        </a:p>
      </dgm:t>
    </dgm:pt>
    <dgm:pt modelId="{8F5313EC-19A2-41E6-A735-F537B41C1570}" type="parTrans" cxnId="{4C91B18B-78CE-43E2-9D8C-C58EA0635B59}">
      <dgm:prSet/>
      <dgm:spPr/>
      <dgm:t>
        <a:bodyPr/>
        <a:lstStyle/>
        <a:p>
          <a:endParaRPr lang="en-US"/>
        </a:p>
      </dgm:t>
    </dgm:pt>
    <dgm:pt modelId="{B89F5271-5B5E-41B9-B2DA-BD0D0554736D}" type="sibTrans" cxnId="{4C91B18B-78CE-43E2-9D8C-C58EA0635B59}">
      <dgm:prSet/>
      <dgm:spPr/>
      <dgm:t>
        <a:bodyPr/>
        <a:lstStyle/>
        <a:p>
          <a:endParaRPr lang="en-US"/>
        </a:p>
      </dgm:t>
    </dgm:pt>
    <dgm:pt modelId="{7BF82826-1F74-4A3D-A059-C111BC87B60C}">
      <dgm:prSet/>
      <dgm:spPr/>
      <dgm:t>
        <a:bodyPr/>
        <a:lstStyle/>
        <a:p>
          <a:pPr>
            <a:lnSpc>
              <a:spcPct val="100000"/>
            </a:lnSpc>
          </a:pPr>
          <a:r>
            <a:rPr lang="en-US"/>
            <a:t>Are interfaces between system elements defined?</a:t>
          </a:r>
        </a:p>
      </dgm:t>
    </dgm:pt>
    <dgm:pt modelId="{C28C597D-BF18-44F1-9D89-DA1DA5541BFC}" type="parTrans" cxnId="{39D76A15-4C1B-4735-8F1E-0E7E167E8BE9}">
      <dgm:prSet/>
      <dgm:spPr/>
      <dgm:t>
        <a:bodyPr/>
        <a:lstStyle/>
        <a:p>
          <a:endParaRPr lang="en-US"/>
        </a:p>
      </dgm:t>
    </dgm:pt>
    <dgm:pt modelId="{8942AC0E-2EEF-47D6-848F-AE45CBF9F6E1}" type="sibTrans" cxnId="{39D76A15-4C1B-4735-8F1E-0E7E167E8BE9}">
      <dgm:prSet/>
      <dgm:spPr/>
      <dgm:t>
        <a:bodyPr/>
        <a:lstStyle/>
        <a:p>
          <a:endParaRPr lang="en-US"/>
        </a:p>
      </dgm:t>
    </dgm:pt>
    <dgm:pt modelId="{C228D956-E1CB-41ED-95D6-27BCCD1DC629}">
      <dgm:prSet/>
      <dgm:spPr/>
      <dgm:t>
        <a:bodyPr/>
        <a:lstStyle/>
        <a:p>
          <a:pPr>
            <a:lnSpc>
              <a:spcPct val="100000"/>
            </a:lnSpc>
          </a:pPr>
          <a:r>
            <a:rPr lang="en-US"/>
            <a:t>Are performance bounds established for the system as a whole and for each element?</a:t>
          </a:r>
        </a:p>
      </dgm:t>
    </dgm:pt>
    <dgm:pt modelId="{BA155154-4FD0-44D2-8CD0-D1F036B4A64D}" type="parTrans" cxnId="{0AD56D70-D48A-4C67-BB07-0155B66D7FD4}">
      <dgm:prSet/>
      <dgm:spPr/>
      <dgm:t>
        <a:bodyPr/>
        <a:lstStyle/>
        <a:p>
          <a:endParaRPr lang="en-US"/>
        </a:p>
      </dgm:t>
    </dgm:pt>
    <dgm:pt modelId="{D4DB1C0A-D518-40E7-BC1D-1FA68F4F89A6}" type="sibTrans" cxnId="{0AD56D70-D48A-4C67-BB07-0155B66D7FD4}">
      <dgm:prSet/>
      <dgm:spPr/>
      <dgm:t>
        <a:bodyPr/>
        <a:lstStyle/>
        <a:p>
          <a:endParaRPr lang="en-US"/>
        </a:p>
      </dgm:t>
    </dgm:pt>
    <dgm:pt modelId="{C51EA99A-EE89-41F3-AD44-7BDCEC8D5519}">
      <dgm:prSet/>
      <dgm:spPr/>
      <dgm:t>
        <a:bodyPr/>
        <a:lstStyle/>
        <a:p>
          <a:pPr>
            <a:lnSpc>
              <a:spcPct val="100000"/>
            </a:lnSpc>
          </a:pPr>
          <a:r>
            <a:rPr lang="en-US"/>
            <a:t>Are design constraints established for each element?</a:t>
          </a:r>
        </a:p>
      </dgm:t>
    </dgm:pt>
    <dgm:pt modelId="{DC26C28A-FAE8-4A34-85A2-5416342A49A8}" type="parTrans" cxnId="{F3B049BF-552A-437F-B7D4-8649F2B9AB6E}">
      <dgm:prSet/>
      <dgm:spPr/>
      <dgm:t>
        <a:bodyPr/>
        <a:lstStyle/>
        <a:p>
          <a:endParaRPr lang="en-US"/>
        </a:p>
      </dgm:t>
    </dgm:pt>
    <dgm:pt modelId="{F06124BE-4C8A-45A8-B58B-0B0ACB87DA5E}" type="sibTrans" cxnId="{F3B049BF-552A-437F-B7D4-8649F2B9AB6E}">
      <dgm:prSet/>
      <dgm:spPr/>
      <dgm:t>
        <a:bodyPr/>
        <a:lstStyle/>
        <a:p>
          <a:endParaRPr lang="en-US"/>
        </a:p>
      </dgm:t>
    </dgm:pt>
    <dgm:pt modelId="{053DE61C-2D33-4BEA-945B-0E167619D7F8}">
      <dgm:prSet/>
      <dgm:spPr/>
      <dgm:t>
        <a:bodyPr/>
        <a:lstStyle/>
        <a:p>
          <a:pPr>
            <a:lnSpc>
              <a:spcPct val="100000"/>
            </a:lnSpc>
          </a:pPr>
          <a:r>
            <a:rPr lang="en-US"/>
            <a:t>Has the best alternative been selected?</a:t>
          </a:r>
        </a:p>
      </dgm:t>
    </dgm:pt>
    <dgm:pt modelId="{F0D67566-32D6-4A15-89F7-B06A94114EEC}" type="parTrans" cxnId="{81B947BD-4E1F-4645-ACA3-6FF0404AE368}">
      <dgm:prSet/>
      <dgm:spPr/>
      <dgm:t>
        <a:bodyPr/>
        <a:lstStyle/>
        <a:p>
          <a:endParaRPr lang="en-US"/>
        </a:p>
      </dgm:t>
    </dgm:pt>
    <dgm:pt modelId="{064915CD-F170-41D6-B304-15DA1BEB7E89}" type="sibTrans" cxnId="{81B947BD-4E1F-4645-ACA3-6FF0404AE368}">
      <dgm:prSet/>
      <dgm:spPr/>
      <dgm:t>
        <a:bodyPr/>
        <a:lstStyle/>
        <a:p>
          <a:endParaRPr lang="en-US"/>
        </a:p>
      </dgm:t>
    </dgm:pt>
    <dgm:pt modelId="{61D1BEE6-6A1A-4BF3-B263-65D13A17BE82}">
      <dgm:prSet/>
      <dgm:spPr/>
      <dgm:t>
        <a:bodyPr/>
        <a:lstStyle/>
        <a:p>
          <a:pPr>
            <a:lnSpc>
              <a:spcPct val="100000"/>
            </a:lnSpc>
          </a:pPr>
          <a:r>
            <a:rPr lang="en-US"/>
            <a:t>Is the solution technologically feasible?</a:t>
          </a:r>
        </a:p>
      </dgm:t>
    </dgm:pt>
    <dgm:pt modelId="{AB163B56-27A8-4C64-B1F8-276A20726252}" type="parTrans" cxnId="{6756FFB7-8441-4C54-B310-1F8C21A45F44}">
      <dgm:prSet/>
      <dgm:spPr/>
      <dgm:t>
        <a:bodyPr/>
        <a:lstStyle/>
        <a:p>
          <a:endParaRPr lang="en-US"/>
        </a:p>
      </dgm:t>
    </dgm:pt>
    <dgm:pt modelId="{EA8D9263-D6AC-4714-9BEA-AE63BC6890F1}" type="sibTrans" cxnId="{6756FFB7-8441-4C54-B310-1F8C21A45F44}">
      <dgm:prSet/>
      <dgm:spPr/>
      <dgm:t>
        <a:bodyPr/>
        <a:lstStyle/>
        <a:p>
          <a:endParaRPr lang="en-US"/>
        </a:p>
      </dgm:t>
    </dgm:pt>
    <dgm:pt modelId="{514FE44D-A49B-4E8E-915D-0AC6B13F5E80}">
      <dgm:prSet/>
      <dgm:spPr/>
      <dgm:t>
        <a:bodyPr/>
        <a:lstStyle/>
        <a:p>
          <a:pPr>
            <a:lnSpc>
              <a:spcPct val="100000"/>
            </a:lnSpc>
          </a:pPr>
          <a:r>
            <a:rPr lang="en-US"/>
            <a:t>Has a mechanism for system validation and verification been established?</a:t>
          </a:r>
        </a:p>
      </dgm:t>
    </dgm:pt>
    <dgm:pt modelId="{785CACF4-A878-42E6-BF3C-B7DDA9A209DF}" type="parTrans" cxnId="{A04653B8-68F1-4C7D-855F-A628BFCEAFB1}">
      <dgm:prSet/>
      <dgm:spPr/>
      <dgm:t>
        <a:bodyPr/>
        <a:lstStyle/>
        <a:p>
          <a:endParaRPr lang="en-US"/>
        </a:p>
      </dgm:t>
    </dgm:pt>
    <dgm:pt modelId="{3ADDC377-C130-49C9-A7E9-6FF6D2CF67B8}" type="sibTrans" cxnId="{A04653B8-68F1-4C7D-855F-A628BFCEAFB1}">
      <dgm:prSet/>
      <dgm:spPr/>
      <dgm:t>
        <a:bodyPr/>
        <a:lstStyle/>
        <a:p>
          <a:endParaRPr lang="en-US"/>
        </a:p>
      </dgm:t>
    </dgm:pt>
    <dgm:pt modelId="{A5036ACD-388B-4CE1-A5B3-C06E383CA59C}">
      <dgm:prSet/>
      <dgm:spPr/>
      <dgm:t>
        <a:bodyPr/>
        <a:lstStyle/>
        <a:p>
          <a:pPr>
            <a:lnSpc>
              <a:spcPct val="100000"/>
            </a:lnSpc>
          </a:pPr>
          <a:r>
            <a:rPr lang="en-US"/>
            <a:t>Is there consistency among all system elements?</a:t>
          </a:r>
        </a:p>
      </dgm:t>
    </dgm:pt>
    <dgm:pt modelId="{4FFC7E53-97D5-4C84-BB39-EACBFE546751}" type="parTrans" cxnId="{C7C130C5-BE02-44F6-B751-E8F5F8ECD967}">
      <dgm:prSet/>
      <dgm:spPr/>
      <dgm:t>
        <a:bodyPr/>
        <a:lstStyle/>
        <a:p>
          <a:endParaRPr lang="en-US"/>
        </a:p>
      </dgm:t>
    </dgm:pt>
    <dgm:pt modelId="{FAB2BAE8-1F4D-40E0-94F2-B833B3FF0243}" type="sibTrans" cxnId="{C7C130C5-BE02-44F6-B751-E8F5F8ECD967}">
      <dgm:prSet/>
      <dgm:spPr/>
      <dgm:t>
        <a:bodyPr/>
        <a:lstStyle/>
        <a:p>
          <a:endParaRPr lang="en-US"/>
        </a:p>
      </dgm:t>
    </dgm:pt>
    <dgm:pt modelId="{16CC075D-513F-4AA7-A795-0E779C773871}" type="pres">
      <dgm:prSet presAssocID="{B8997C93-56E0-44B3-9B7B-54E21260E173}" presName="root" presStyleCnt="0">
        <dgm:presLayoutVars>
          <dgm:dir/>
          <dgm:resizeHandles val="exact"/>
        </dgm:presLayoutVars>
      </dgm:prSet>
      <dgm:spPr/>
    </dgm:pt>
    <dgm:pt modelId="{228C8A38-6F14-49DA-9F77-A34C1D3CF49D}" type="pres">
      <dgm:prSet presAssocID="{09ED024C-1236-4E42-ADC9-6F3104BCF71B}" presName="compNode" presStyleCnt="0"/>
      <dgm:spPr/>
    </dgm:pt>
    <dgm:pt modelId="{8C0F8A14-9FDA-4ACE-A0A8-7A60C0CD659E}" type="pres">
      <dgm:prSet presAssocID="{09ED024C-1236-4E42-ADC9-6F3104BCF71B}" presName="bgRect" presStyleLbl="bgShp" presStyleIdx="0" presStyleCnt="8"/>
      <dgm:spPr/>
    </dgm:pt>
    <dgm:pt modelId="{5C638556-31FF-4E42-B96D-3FBDB35E0AAC}" type="pres">
      <dgm:prSet presAssocID="{09ED024C-1236-4E42-ADC9-6F3104BCF71B}"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ales of Justice"/>
        </a:ext>
      </dgm:extLst>
    </dgm:pt>
    <dgm:pt modelId="{48FAAA2B-5AD4-4226-886D-4BB46F1809E6}" type="pres">
      <dgm:prSet presAssocID="{09ED024C-1236-4E42-ADC9-6F3104BCF71B}" presName="spaceRect" presStyleCnt="0"/>
      <dgm:spPr/>
    </dgm:pt>
    <dgm:pt modelId="{4A89A269-8716-4FFF-88F8-6EFE744219B6}" type="pres">
      <dgm:prSet presAssocID="{09ED024C-1236-4E42-ADC9-6F3104BCF71B}" presName="parTx" presStyleLbl="revTx" presStyleIdx="0" presStyleCnt="8">
        <dgm:presLayoutVars>
          <dgm:chMax val="0"/>
          <dgm:chPref val="0"/>
        </dgm:presLayoutVars>
      </dgm:prSet>
      <dgm:spPr/>
    </dgm:pt>
    <dgm:pt modelId="{9A5D8FD3-21D1-4445-BCB8-C0F92CC54180}" type="pres">
      <dgm:prSet presAssocID="{B89F5271-5B5E-41B9-B2DA-BD0D0554736D}" presName="sibTrans" presStyleCnt="0"/>
      <dgm:spPr/>
    </dgm:pt>
    <dgm:pt modelId="{F843A003-2996-46CD-AC83-F906835B7A56}" type="pres">
      <dgm:prSet presAssocID="{7BF82826-1F74-4A3D-A059-C111BC87B60C}" presName="compNode" presStyleCnt="0"/>
      <dgm:spPr/>
    </dgm:pt>
    <dgm:pt modelId="{4B899DAD-E7E9-4CF9-A8DC-E597E30D6363}" type="pres">
      <dgm:prSet presAssocID="{7BF82826-1F74-4A3D-A059-C111BC87B60C}" presName="bgRect" presStyleLbl="bgShp" presStyleIdx="1" presStyleCnt="8"/>
      <dgm:spPr/>
    </dgm:pt>
    <dgm:pt modelId="{21E66863-001C-4267-B03E-08B761DFD084}" type="pres">
      <dgm:prSet presAssocID="{7BF82826-1F74-4A3D-A059-C111BC87B60C}"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ierarchy"/>
        </a:ext>
      </dgm:extLst>
    </dgm:pt>
    <dgm:pt modelId="{8D30C764-40CC-41FF-A0B8-6386DD8CAD2E}" type="pres">
      <dgm:prSet presAssocID="{7BF82826-1F74-4A3D-A059-C111BC87B60C}" presName="spaceRect" presStyleCnt="0"/>
      <dgm:spPr/>
    </dgm:pt>
    <dgm:pt modelId="{98B6B3A8-4DF5-4305-82DB-491E1601E9E9}" type="pres">
      <dgm:prSet presAssocID="{7BF82826-1F74-4A3D-A059-C111BC87B60C}" presName="parTx" presStyleLbl="revTx" presStyleIdx="1" presStyleCnt="8">
        <dgm:presLayoutVars>
          <dgm:chMax val="0"/>
          <dgm:chPref val="0"/>
        </dgm:presLayoutVars>
      </dgm:prSet>
      <dgm:spPr/>
    </dgm:pt>
    <dgm:pt modelId="{F75A0C50-2F90-4C94-BD3E-11B7D658F1E0}" type="pres">
      <dgm:prSet presAssocID="{8942AC0E-2EEF-47D6-848F-AE45CBF9F6E1}" presName="sibTrans" presStyleCnt="0"/>
      <dgm:spPr/>
    </dgm:pt>
    <dgm:pt modelId="{B0B64438-E872-4F9C-88F3-747D4198A505}" type="pres">
      <dgm:prSet presAssocID="{C228D956-E1CB-41ED-95D6-27BCCD1DC629}" presName="compNode" presStyleCnt="0"/>
      <dgm:spPr/>
    </dgm:pt>
    <dgm:pt modelId="{340E04EB-6825-4B48-B354-E7CFEEAB51FA}" type="pres">
      <dgm:prSet presAssocID="{C228D956-E1CB-41ED-95D6-27BCCD1DC629}" presName="bgRect" presStyleLbl="bgShp" presStyleIdx="2" presStyleCnt="8"/>
      <dgm:spPr/>
    </dgm:pt>
    <dgm:pt modelId="{3EE709A7-A3B7-4D5D-95F7-638B53FA709F}" type="pres">
      <dgm:prSet presAssocID="{C228D956-E1CB-41ED-95D6-27BCCD1DC62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anching Diagram"/>
        </a:ext>
      </dgm:extLst>
    </dgm:pt>
    <dgm:pt modelId="{2420CFB3-16B1-470F-AEBA-D1E1E1398FBB}" type="pres">
      <dgm:prSet presAssocID="{C228D956-E1CB-41ED-95D6-27BCCD1DC629}" presName="spaceRect" presStyleCnt="0"/>
      <dgm:spPr/>
    </dgm:pt>
    <dgm:pt modelId="{3495A959-02ED-4849-8914-B3B2071CDE58}" type="pres">
      <dgm:prSet presAssocID="{C228D956-E1CB-41ED-95D6-27BCCD1DC629}" presName="parTx" presStyleLbl="revTx" presStyleIdx="2" presStyleCnt="8">
        <dgm:presLayoutVars>
          <dgm:chMax val="0"/>
          <dgm:chPref val="0"/>
        </dgm:presLayoutVars>
      </dgm:prSet>
      <dgm:spPr/>
    </dgm:pt>
    <dgm:pt modelId="{055F4385-4147-4CE4-A0FB-1358905D05CA}" type="pres">
      <dgm:prSet presAssocID="{D4DB1C0A-D518-40E7-BC1D-1FA68F4F89A6}" presName="sibTrans" presStyleCnt="0"/>
      <dgm:spPr/>
    </dgm:pt>
    <dgm:pt modelId="{EA057F92-5E51-4BC2-A41E-DB142CA8D31E}" type="pres">
      <dgm:prSet presAssocID="{C51EA99A-EE89-41F3-AD44-7BDCEC8D5519}" presName="compNode" presStyleCnt="0"/>
      <dgm:spPr/>
    </dgm:pt>
    <dgm:pt modelId="{F573E8DB-5CF5-4B31-88EE-5A7D13935D2B}" type="pres">
      <dgm:prSet presAssocID="{C51EA99A-EE89-41F3-AD44-7BDCEC8D5519}" presName="bgRect" presStyleLbl="bgShp" presStyleIdx="3" presStyleCnt="8"/>
      <dgm:spPr/>
    </dgm:pt>
    <dgm:pt modelId="{466EC11E-FA8E-4F0B-9578-E5437057D9F1}" type="pres">
      <dgm:prSet presAssocID="{C51EA99A-EE89-41F3-AD44-7BDCEC8D5519}"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eb Design"/>
        </a:ext>
      </dgm:extLst>
    </dgm:pt>
    <dgm:pt modelId="{CD25F05F-C8EC-4047-A8C8-A8EF38095A4F}" type="pres">
      <dgm:prSet presAssocID="{C51EA99A-EE89-41F3-AD44-7BDCEC8D5519}" presName="spaceRect" presStyleCnt="0"/>
      <dgm:spPr/>
    </dgm:pt>
    <dgm:pt modelId="{9DF13A82-2CFE-4DFF-B6EA-38EB3EF933EC}" type="pres">
      <dgm:prSet presAssocID="{C51EA99A-EE89-41F3-AD44-7BDCEC8D5519}" presName="parTx" presStyleLbl="revTx" presStyleIdx="3" presStyleCnt="8">
        <dgm:presLayoutVars>
          <dgm:chMax val="0"/>
          <dgm:chPref val="0"/>
        </dgm:presLayoutVars>
      </dgm:prSet>
      <dgm:spPr/>
    </dgm:pt>
    <dgm:pt modelId="{DC795472-62CA-4760-A549-EACB9A4AA4F1}" type="pres">
      <dgm:prSet presAssocID="{F06124BE-4C8A-45A8-B58B-0B0ACB87DA5E}" presName="sibTrans" presStyleCnt="0"/>
      <dgm:spPr/>
    </dgm:pt>
    <dgm:pt modelId="{8AAF9A88-929F-4326-889E-F8FF41670F38}" type="pres">
      <dgm:prSet presAssocID="{053DE61C-2D33-4BEA-945B-0E167619D7F8}" presName="compNode" presStyleCnt="0"/>
      <dgm:spPr/>
    </dgm:pt>
    <dgm:pt modelId="{8B80A3A7-A695-4028-9FD6-7F23129161C7}" type="pres">
      <dgm:prSet presAssocID="{053DE61C-2D33-4BEA-945B-0E167619D7F8}" presName="bgRect" presStyleLbl="bgShp" presStyleIdx="4" presStyleCnt="8"/>
      <dgm:spPr/>
    </dgm:pt>
    <dgm:pt modelId="{3FF0079E-81C6-4E16-BC03-04C6537FC293}" type="pres">
      <dgm:prSet presAssocID="{053DE61C-2D33-4BEA-945B-0E167619D7F8}"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Add"/>
        </a:ext>
      </dgm:extLst>
    </dgm:pt>
    <dgm:pt modelId="{528BCAE8-928D-4F7B-96DA-8601774A52EF}" type="pres">
      <dgm:prSet presAssocID="{053DE61C-2D33-4BEA-945B-0E167619D7F8}" presName="spaceRect" presStyleCnt="0"/>
      <dgm:spPr/>
    </dgm:pt>
    <dgm:pt modelId="{8CBEC6E1-9C43-4262-8129-FED440BE0547}" type="pres">
      <dgm:prSet presAssocID="{053DE61C-2D33-4BEA-945B-0E167619D7F8}" presName="parTx" presStyleLbl="revTx" presStyleIdx="4" presStyleCnt="8">
        <dgm:presLayoutVars>
          <dgm:chMax val="0"/>
          <dgm:chPref val="0"/>
        </dgm:presLayoutVars>
      </dgm:prSet>
      <dgm:spPr/>
    </dgm:pt>
    <dgm:pt modelId="{2A72D4EB-64A6-4339-B245-F9183D6EF320}" type="pres">
      <dgm:prSet presAssocID="{064915CD-F170-41D6-B304-15DA1BEB7E89}" presName="sibTrans" presStyleCnt="0"/>
      <dgm:spPr/>
    </dgm:pt>
    <dgm:pt modelId="{E5C4AE6F-6FC5-4B2C-9EC6-14652BB51291}" type="pres">
      <dgm:prSet presAssocID="{61D1BEE6-6A1A-4BF3-B263-65D13A17BE82}" presName="compNode" presStyleCnt="0"/>
      <dgm:spPr/>
    </dgm:pt>
    <dgm:pt modelId="{6C76906B-65DC-4559-A09C-8DAAF8329060}" type="pres">
      <dgm:prSet presAssocID="{61D1BEE6-6A1A-4BF3-B263-65D13A17BE82}" presName="bgRect" presStyleLbl="bgShp" presStyleIdx="5" presStyleCnt="8"/>
      <dgm:spPr/>
    </dgm:pt>
    <dgm:pt modelId="{30057580-CB78-4359-BF59-CF5564C9372C}" type="pres">
      <dgm:prSet presAssocID="{61D1BEE6-6A1A-4BF3-B263-65D13A17BE82}"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omputer"/>
        </a:ext>
      </dgm:extLst>
    </dgm:pt>
    <dgm:pt modelId="{C74FFB3F-C977-4B7D-9C17-562A8F169FAF}" type="pres">
      <dgm:prSet presAssocID="{61D1BEE6-6A1A-4BF3-B263-65D13A17BE82}" presName="spaceRect" presStyleCnt="0"/>
      <dgm:spPr/>
    </dgm:pt>
    <dgm:pt modelId="{283E5D8D-59C1-4B08-8309-6E885CED90BA}" type="pres">
      <dgm:prSet presAssocID="{61D1BEE6-6A1A-4BF3-B263-65D13A17BE82}" presName="parTx" presStyleLbl="revTx" presStyleIdx="5" presStyleCnt="8">
        <dgm:presLayoutVars>
          <dgm:chMax val="0"/>
          <dgm:chPref val="0"/>
        </dgm:presLayoutVars>
      </dgm:prSet>
      <dgm:spPr/>
    </dgm:pt>
    <dgm:pt modelId="{2C35EC0D-A285-41C5-B17D-97C700DE2E77}" type="pres">
      <dgm:prSet presAssocID="{EA8D9263-D6AC-4714-9BEA-AE63BC6890F1}" presName="sibTrans" presStyleCnt="0"/>
      <dgm:spPr/>
    </dgm:pt>
    <dgm:pt modelId="{585AD64B-07E9-4824-BA85-0E89D677CE44}" type="pres">
      <dgm:prSet presAssocID="{514FE44D-A49B-4E8E-915D-0AC6B13F5E80}" presName="compNode" presStyleCnt="0"/>
      <dgm:spPr/>
    </dgm:pt>
    <dgm:pt modelId="{1BF9EC79-7373-4C10-9902-3008D341014B}" type="pres">
      <dgm:prSet presAssocID="{514FE44D-A49B-4E8E-915D-0AC6B13F5E80}" presName="bgRect" presStyleLbl="bgShp" presStyleIdx="6" presStyleCnt="8"/>
      <dgm:spPr/>
    </dgm:pt>
    <dgm:pt modelId="{7DFF8146-0D34-4567-AA76-31753E44C6D6}" type="pres">
      <dgm:prSet presAssocID="{514FE44D-A49B-4E8E-915D-0AC6B13F5E8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Venn Diagram"/>
        </a:ext>
      </dgm:extLst>
    </dgm:pt>
    <dgm:pt modelId="{5367AB7B-51C2-4698-A787-EBC8C73CA3A1}" type="pres">
      <dgm:prSet presAssocID="{514FE44D-A49B-4E8E-915D-0AC6B13F5E80}" presName="spaceRect" presStyleCnt="0"/>
      <dgm:spPr/>
    </dgm:pt>
    <dgm:pt modelId="{D6F0D4C1-F53E-41F2-BBB9-857DBE25A663}" type="pres">
      <dgm:prSet presAssocID="{514FE44D-A49B-4E8E-915D-0AC6B13F5E80}" presName="parTx" presStyleLbl="revTx" presStyleIdx="6" presStyleCnt="8">
        <dgm:presLayoutVars>
          <dgm:chMax val="0"/>
          <dgm:chPref val="0"/>
        </dgm:presLayoutVars>
      </dgm:prSet>
      <dgm:spPr/>
    </dgm:pt>
    <dgm:pt modelId="{14D360D2-CA83-4F89-A50B-A7C81FAFC02B}" type="pres">
      <dgm:prSet presAssocID="{3ADDC377-C130-49C9-A7E9-6FF6D2CF67B8}" presName="sibTrans" presStyleCnt="0"/>
      <dgm:spPr/>
    </dgm:pt>
    <dgm:pt modelId="{E657D2D8-80F2-4AF6-9A29-5E09B977FDCA}" type="pres">
      <dgm:prSet presAssocID="{A5036ACD-388B-4CE1-A5B3-C06E383CA59C}" presName="compNode" presStyleCnt="0"/>
      <dgm:spPr/>
    </dgm:pt>
    <dgm:pt modelId="{9BEB2231-E4DD-4211-97C5-F43C0159E95B}" type="pres">
      <dgm:prSet presAssocID="{A5036ACD-388B-4CE1-A5B3-C06E383CA59C}" presName="bgRect" presStyleLbl="bgShp" presStyleIdx="7" presStyleCnt="8"/>
      <dgm:spPr/>
    </dgm:pt>
    <dgm:pt modelId="{AD0B297C-CA8C-4F41-AC70-14786562F17F}" type="pres">
      <dgm:prSet presAssocID="{A5036ACD-388B-4CE1-A5B3-C06E383CA59C}"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Drawing Compass"/>
        </a:ext>
      </dgm:extLst>
    </dgm:pt>
    <dgm:pt modelId="{3F5EC7A6-2B86-4198-BE2E-1F0741ABC3BF}" type="pres">
      <dgm:prSet presAssocID="{A5036ACD-388B-4CE1-A5B3-C06E383CA59C}" presName="spaceRect" presStyleCnt="0"/>
      <dgm:spPr/>
    </dgm:pt>
    <dgm:pt modelId="{26C7D8F6-09D8-490B-9316-2DF0C4AB949E}" type="pres">
      <dgm:prSet presAssocID="{A5036ACD-388B-4CE1-A5B3-C06E383CA59C}" presName="parTx" presStyleLbl="revTx" presStyleIdx="7" presStyleCnt="8">
        <dgm:presLayoutVars>
          <dgm:chMax val="0"/>
          <dgm:chPref val="0"/>
        </dgm:presLayoutVars>
      </dgm:prSet>
      <dgm:spPr/>
    </dgm:pt>
  </dgm:ptLst>
  <dgm:cxnLst>
    <dgm:cxn modelId="{485F5001-0DE6-47AB-B4B6-ED869291ABA3}" type="presOf" srcId="{C228D956-E1CB-41ED-95D6-27BCCD1DC629}" destId="{3495A959-02ED-4849-8914-B3B2071CDE58}" srcOrd="0" destOrd="0" presId="urn:microsoft.com/office/officeart/2018/2/layout/IconVerticalSolidList"/>
    <dgm:cxn modelId="{99E27908-3BDC-469E-A17B-93AC31C51F84}" type="presOf" srcId="{7BF82826-1F74-4A3D-A059-C111BC87B60C}" destId="{98B6B3A8-4DF5-4305-82DB-491E1601E9E9}" srcOrd="0" destOrd="0" presId="urn:microsoft.com/office/officeart/2018/2/layout/IconVerticalSolidList"/>
    <dgm:cxn modelId="{6E9B3B0B-962D-4898-B5DF-2740592BE428}" type="presOf" srcId="{C51EA99A-EE89-41F3-AD44-7BDCEC8D5519}" destId="{9DF13A82-2CFE-4DFF-B6EA-38EB3EF933EC}" srcOrd="0" destOrd="0" presId="urn:microsoft.com/office/officeart/2018/2/layout/IconVerticalSolidList"/>
    <dgm:cxn modelId="{4B489C0B-26FB-428A-BA60-33A653627687}" type="presOf" srcId="{B8997C93-56E0-44B3-9B7B-54E21260E173}" destId="{16CC075D-513F-4AA7-A795-0E779C773871}" srcOrd="0" destOrd="0" presId="urn:microsoft.com/office/officeart/2018/2/layout/IconVerticalSolidList"/>
    <dgm:cxn modelId="{39D76A15-4C1B-4735-8F1E-0E7E167E8BE9}" srcId="{B8997C93-56E0-44B3-9B7B-54E21260E173}" destId="{7BF82826-1F74-4A3D-A059-C111BC87B60C}" srcOrd="1" destOrd="0" parTransId="{C28C597D-BF18-44F1-9D89-DA1DA5541BFC}" sibTransId="{8942AC0E-2EEF-47D6-848F-AE45CBF9F6E1}"/>
    <dgm:cxn modelId="{0AD56D70-D48A-4C67-BB07-0155B66D7FD4}" srcId="{B8997C93-56E0-44B3-9B7B-54E21260E173}" destId="{C228D956-E1CB-41ED-95D6-27BCCD1DC629}" srcOrd="2" destOrd="0" parTransId="{BA155154-4FD0-44D2-8CD0-D1F036B4A64D}" sibTransId="{D4DB1C0A-D518-40E7-BC1D-1FA68F4F89A6}"/>
    <dgm:cxn modelId="{2BDAB583-1F18-43F9-98AF-EEE847B3ACE7}" type="presOf" srcId="{61D1BEE6-6A1A-4BF3-B263-65D13A17BE82}" destId="{283E5D8D-59C1-4B08-8309-6E885CED90BA}" srcOrd="0" destOrd="0" presId="urn:microsoft.com/office/officeart/2018/2/layout/IconVerticalSolidList"/>
    <dgm:cxn modelId="{4C91B18B-78CE-43E2-9D8C-C58EA0635B59}" srcId="{B8997C93-56E0-44B3-9B7B-54E21260E173}" destId="{09ED024C-1236-4E42-ADC9-6F3104BCF71B}" srcOrd="0" destOrd="0" parTransId="{8F5313EC-19A2-41E6-A735-F537B41C1570}" sibTransId="{B89F5271-5B5E-41B9-B2DA-BD0D0554736D}"/>
    <dgm:cxn modelId="{D4BB3898-9A08-4F43-9306-78EEB5CB6545}" type="presOf" srcId="{514FE44D-A49B-4E8E-915D-0AC6B13F5E80}" destId="{D6F0D4C1-F53E-41F2-BBB9-857DBE25A663}" srcOrd="0" destOrd="0" presId="urn:microsoft.com/office/officeart/2018/2/layout/IconVerticalSolidList"/>
    <dgm:cxn modelId="{6756FFB7-8441-4C54-B310-1F8C21A45F44}" srcId="{B8997C93-56E0-44B3-9B7B-54E21260E173}" destId="{61D1BEE6-6A1A-4BF3-B263-65D13A17BE82}" srcOrd="5" destOrd="0" parTransId="{AB163B56-27A8-4C64-B1F8-276A20726252}" sibTransId="{EA8D9263-D6AC-4714-9BEA-AE63BC6890F1}"/>
    <dgm:cxn modelId="{A04653B8-68F1-4C7D-855F-A628BFCEAFB1}" srcId="{B8997C93-56E0-44B3-9B7B-54E21260E173}" destId="{514FE44D-A49B-4E8E-915D-0AC6B13F5E80}" srcOrd="6" destOrd="0" parTransId="{785CACF4-A878-42E6-BF3C-B7DDA9A209DF}" sibTransId="{3ADDC377-C130-49C9-A7E9-6FF6D2CF67B8}"/>
    <dgm:cxn modelId="{81B947BD-4E1F-4645-ACA3-6FF0404AE368}" srcId="{B8997C93-56E0-44B3-9B7B-54E21260E173}" destId="{053DE61C-2D33-4BEA-945B-0E167619D7F8}" srcOrd="4" destOrd="0" parTransId="{F0D67566-32D6-4A15-89F7-B06A94114EEC}" sibTransId="{064915CD-F170-41D6-B304-15DA1BEB7E89}"/>
    <dgm:cxn modelId="{F3B049BF-552A-437F-B7D4-8649F2B9AB6E}" srcId="{B8997C93-56E0-44B3-9B7B-54E21260E173}" destId="{C51EA99A-EE89-41F3-AD44-7BDCEC8D5519}" srcOrd="3" destOrd="0" parTransId="{DC26C28A-FAE8-4A34-85A2-5416342A49A8}" sibTransId="{F06124BE-4C8A-45A8-B58B-0B0ACB87DA5E}"/>
    <dgm:cxn modelId="{C7C130C5-BE02-44F6-B751-E8F5F8ECD967}" srcId="{B8997C93-56E0-44B3-9B7B-54E21260E173}" destId="{A5036ACD-388B-4CE1-A5B3-C06E383CA59C}" srcOrd="7" destOrd="0" parTransId="{4FFC7E53-97D5-4C84-BB39-EACBFE546751}" sibTransId="{FAB2BAE8-1F4D-40E0-94F2-B833B3FF0243}"/>
    <dgm:cxn modelId="{1D384BD6-5BC6-4DA7-87FF-267C0CDBC6D2}" type="presOf" srcId="{053DE61C-2D33-4BEA-945B-0E167619D7F8}" destId="{8CBEC6E1-9C43-4262-8129-FED440BE0547}" srcOrd="0" destOrd="0" presId="urn:microsoft.com/office/officeart/2018/2/layout/IconVerticalSolidList"/>
    <dgm:cxn modelId="{30A3BEFA-16FF-499C-9304-BACBA4D6E93E}" type="presOf" srcId="{A5036ACD-388B-4CE1-A5B3-C06E383CA59C}" destId="{26C7D8F6-09D8-490B-9316-2DF0C4AB949E}" srcOrd="0" destOrd="0" presId="urn:microsoft.com/office/officeart/2018/2/layout/IconVerticalSolidList"/>
    <dgm:cxn modelId="{8B1444FC-B142-4228-B35F-ED398E428378}" type="presOf" srcId="{09ED024C-1236-4E42-ADC9-6F3104BCF71B}" destId="{4A89A269-8716-4FFF-88F8-6EFE744219B6}" srcOrd="0" destOrd="0" presId="urn:microsoft.com/office/officeart/2018/2/layout/IconVerticalSolidList"/>
    <dgm:cxn modelId="{F3C2405C-FC63-4A77-91C8-12C3CABC715B}" type="presParOf" srcId="{16CC075D-513F-4AA7-A795-0E779C773871}" destId="{228C8A38-6F14-49DA-9F77-A34C1D3CF49D}" srcOrd="0" destOrd="0" presId="urn:microsoft.com/office/officeart/2018/2/layout/IconVerticalSolidList"/>
    <dgm:cxn modelId="{1A001E7A-8407-4851-B3DC-8C15527A3128}" type="presParOf" srcId="{228C8A38-6F14-49DA-9F77-A34C1D3CF49D}" destId="{8C0F8A14-9FDA-4ACE-A0A8-7A60C0CD659E}" srcOrd="0" destOrd="0" presId="urn:microsoft.com/office/officeart/2018/2/layout/IconVerticalSolidList"/>
    <dgm:cxn modelId="{D090A895-7F01-49C5-8E09-02DDF9759E27}" type="presParOf" srcId="{228C8A38-6F14-49DA-9F77-A34C1D3CF49D}" destId="{5C638556-31FF-4E42-B96D-3FBDB35E0AAC}" srcOrd="1" destOrd="0" presId="urn:microsoft.com/office/officeart/2018/2/layout/IconVerticalSolidList"/>
    <dgm:cxn modelId="{AF40512F-B662-41F1-A28F-D498B7395778}" type="presParOf" srcId="{228C8A38-6F14-49DA-9F77-A34C1D3CF49D}" destId="{48FAAA2B-5AD4-4226-886D-4BB46F1809E6}" srcOrd="2" destOrd="0" presId="urn:microsoft.com/office/officeart/2018/2/layout/IconVerticalSolidList"/>
    <dgm:cxn modelId="{EA965586-189D-4EF9-BF6D-0A07EA5BE19A}" type="presParOf" srcId="{228C8A38-6F14-49DA-9F77-A34C1D3CF49D}" destId="{4A89A269-8716-4FFF-88F8-6EFE744219B6}" srcOrd="3" destOrd="0" presId="urn:microsoft.com/office/officeart/2018/2/layout/IconVerticalSolidList"/>
    <dgm:cxn modelId="{B16D83C2-7B0C-4867-AC3F-995F99A340B4}" type="presParOf" srcId="{16CC075D-513F-4AA7-A795-0E779C773871}" destId="{9A5D8FD3-21D1-4445-BCB8-C0F92CC54180}" srcOrd="1" destOrd="0" presId="urn:microsoft.com/office/officeart/2018/2/layout/IconVerticalSolidList"/>
    <dgm:cxn modelId="{53EAC095-FA59-4C52-BC54-83C6B4509FE5}" type="presParOf" srcId="{16CC075D-513F-4AA7-A795-0E779C773871}" destId="{F843A003-2996-46CD-AC83-F906835B7A56}" srcOrd="2" destOrd="0" presId="urn:microsoft.com/office/officeart/2018/2/layout/IconVerticalSolidList"/>
    <dgm:cxn modelId="{BF5CBA5E-058B-4672-B521-1A0D183C7FC5}" type="presParOf" srcId="{F843A003-2996-46CD-AC83-F906835B7A56}" destId="{4B899DAD-E7E9-4CF9-A8DC-E597E30D6363}" srcOrd="0" destOrd="0" presId="urn:microsoft.com/office/officeart/2018/2/layout/IconVerticalSolidList"/>
    <dgm:cxn modelId="{655C17EB-7579-4966-A88E-85FC5DD66A6D}" type="presParOf" srcId="{F843A003-2996-46CD-AC83-F906835B7A56}" destId="{21E66863-001C-4267-B03E-08B761DFD084}" srcOrd="1" destOrd="0" presId="urn:microsoft.com/office/officeart/2018/2/layout/IconVerticalSolidList"/>
    <dgm:cxn modelId="{98A513DA-4094-4CE5-860A-3595C660F501}" type="presParOf" srcId="{F843A003-2996-46CD-AC83-F906835B7A56}" destId="{8D30C764-40CC-41FF-A0B8-6386DD8CAD2E}" srcOrd="2" destOrd="0" presId="urn:microsoft.com/office/officeart/2018/2/layout/IconVerticalSolidList"/>
    <dgm:cxn modelId="{FC1546C8-19D3-45F7-B9F2-996D462F7D9E}" type="presParOf" srcId="{F843A003-2996-46CD-AC83-F906835B7A56}" destId="{98B6B3A8-4DF5-4305-82DB-491E1601E9E9}" srcOrd="3" destOrd="0" presId="urn:microsoft.com/office/officeart/2018/2/layout/IconVerticalSolidList"/>
    <dgm:cxn modelId="{CBEE5601-E6F4-4445-BC98-5FB6BF02D8E4}" type="presParOf" srcId="{16CC075D-513F-4AA7-A795-0E779C773871}" destId="{F75A0C50-2F90-4C94-BD3E-11B7D658F1E0}" srcOrd="3" destOrd="0" presId="urn:microsoft.com/office/officeart/2018/2/layout/IconVerticalSolidList"/>
    <dgm:cxn modelId="{D281CF24-AB30-452E-BF80-90368AD39D05}" type="presParOf" srcId="{16CC075D-513F-4AA7-A795-0E779C773871}" destId="{B0B64438-E872-4F9C-88F3-747D4198A505}" srcOrd="4" destOrd="0" presId="urn:microsoft.com/office/officeart/2018/2/layout/IconVerticalSolidList"/>
    <dgm:cxn modelId="{55BF70B3-4C60-4655-8C74-5E1C3A076C0A}" type="presParOf" srcId="{B0B64438-E872-4F9C-88F3-747D4198A505}" destId="{340E04EB-6825-4B48-B354-E7CFEEAB51FA}" srcOrd="0" destOrd="0" presId="urn:microsoft.com/office/officeart/2018/2/layout/IconVerticalSolidList"/>
    <dgm:cxn modelId="{7C52BCA1-A9C8-478D-8512-B76304EDA832}" type="presParOf" srcId="{B0B64438-E872-4F9C-88F3-747D4198A505}" destId="{3EE709A7-A3B7-4D5D-95F7-638B53FA709F}" srcOrd="1" destOrd="0" presId="urn:microsoft.com/office/officeart/2018/2/layout/IconVerticalSolidList"/>
    <dgm:cxn modelId="{0699C625-EE20-429C-8565-3D4C9D58F2FD}" type="presParOf" srcId="{B0B64438-E872-4F9C-88F3-747D4198A505}" destId="{2420CFB3-16B1-470F-AEBA-D1E1E1398FBB}" srcOrd="2" destOrd="0" presId="urn:microsoft.com/office/officeart/2018/2/layout/IconVerticalSolidList"/>
    <dgm:cxn modelId="{9E059394-C940-45DA-8BF8-51F88235749C}" type="presParOf" srcId="{B0B64438-E872-4F9C-88F3-747D4198A505}" destId="{3495A959-02ED-4849-8914-B3B2071CDE58}" srcOrd="3" destOrd="0" presId="urn:microsoft.com/office/officeart/2018/2/layout/IconVerticalSolidList"/>
    <dgm:cxn modelId="{0C8AF18D-7265-4B38-97A6-BB72D32E15F1}" type="presParOf" srcId="{16CC075D-513F-4AA7-A795-0E779C773871}" destId="{055F4385-4147-4CE4-A0FB-1358905D05CA}" srcOrd="5" destOrd="0" presId="urn:microsoft.com/office/officeart/2018/2/layout/IconVerticalSolidList"/>
    <dgm:cxn modelId="{41512CA7-D9D6-48FE-9692-D15D4C2ACFAC}" type="presParOf" srcId="{16CC075D-513F-4AA7-A795-0E779C773871}" destId="{EA057F92-5E51-4BC2-A41E-DB142CA8D31E}" srcOrd="6" destOrd="0" presId="urn:microsoft.com/office/officeart/2018/2/layout/IconVerticalSolidList"/>
    <dgm:cxn modelId="{7047B9D3-C611-47AB-B7FE-B0901E8032F1}" type="presParOf" srcId="{EA057F92-5E51-4BC2-A41E-DB142CA8D31E}" destId="{F573E8DB-5CF5-4B31-88EE-5A7D13935D2B}" srcOrd="0" destOrd="0" presId="urn:microsoft.com/office/officeart/2018/2/layout/IconVerticalSolidList"/>
    <dgm:cxn modelId="{44924E66-7DA0-4AB3-8CAD-BF861F1AAEAB}" type="presParOf" srcId="{EA057F92-5E51-4BC2-A41E-DB142CA8D31E}" destId="{466EC11E-FA8E-4F0B-9578-E5437057D9F1}" srcOrd="1" destOrd="0" presId="urn:microsoft.com/office/officeart/2018/2/layout/IconVerticalSolidList"/>
    <dgm:cxn modelId="{06875B53-D7A4-4538-A100-5BBC8C3E8EF1}" type="presParOf" srcId="{EA057F92-5E51-4BC2-A41E-DB142CA8D31E}" destId="{CD25F05F-C8EC-4047-A8C8-A8EF38095A4F}" srcOrd="2" destOrd="0" presId="urn:microsoft.com/office/officeart/2018/2/layout/IconVerticalSolidList"/>
    <dgm:cxn modelId="{51D0CD89-01C5-4204-9692-3F4E9A96D308}" type="presParOf" srcId="{EA057F92-5E51-4BC2-A41E-DB142CA8D31E}" destId="{9DF13A82-2CFE-4DFF-B6EA-38EB3EF933EC}" srcOrd="3" destOrd="0" presId="urn:microsoft.com/office/officeart/2018/2/layout/IconVerticalSolidList"/>
    <dgm:cxn modelId="{690E66E3-F1E9-4FBA-9D4F-BCA4AD9711CA}" type="presParOf" srcId="{16CC075D-513F-4AA7-A795-0E779C773871}" destId="{DC795472-62CA-4760-A549-EACB9A4AA4F1}" srcOrd="7" destOrd="0" presId="urn:microsoft.com/office/officeart/2018/2/layout/IconVerticalSolidList"/>
    <dgm:cxn modelId="{5790AB95-13AD-4536-A2C0-B341F2EE95F6}" type="presParOf" srcId="{16CC075D-513F-4AA7-A795-0E779C773871}" destId="{8AAF9A88-929F-4326-889E-F8FF41670F38}" srcOrd="8" destOrd="0" presId="urn:microsoft.com/office/officeart/2018/2/layout/IconVerticalSolidList"/>
    <dgm:cxn modelId="{F6FDDD03-EDD5-468C-A8E1-92995BD5FFE1}" type="presParOf" srcId="{8AAF9A88-929F-4326-889E-F8FF41670F38}" destId="{8B80A3A7-A695-4028-9FD6-7F23129161C7}" srcOrd="0" destOrd="0" presId="urn:microsoft.com/office/officeart/2018/2/layout/IconVerticalSolidList"/>
    <dgm:cxn modelId="{05ADB7D6-122B-4A50-9DA0-4FA2BFC4F5F9}" type="presParOf" srcId="{8AAF9A88-929F-4326-889E-F8FF41670F38}" destId="{3FF0079E-81C6-4E16-BC03-04C6537FC293}" srcOrd="1" destOrd="0" presId="urn:microsoft.com/office/officeart/2018/2/layout/IconVerticalSolidList"/>
    <dgm:cxn modelId="{362B3B48-3478-4735-88A1-27252D988A4F}" type="presParOf" srcId="{8AAF9A88-929F-4326-889E-F8FF41670F38}" destId="{528BCAE8-928D-4F7B-96DA-8601774A52EF}" srcOrd="2" destOrd="0" presId="urn:microsoft.com/office/officeart/2018/2/layout/IconVerticalSolidList"/>
    <dgm:cxn modelId="{B8C4FEA8-B79E-40EC-8A00-1F14521CF07E}" type="presParOf" srcId="{8AAF9A88-929F-4326-889E-F8FF41670F38}" destId="{8CBEC6E1-9C43-4262-8129-FED440BE0547}" srcOrd="3" destOrd="0" presId="urn:microsoft.com/office/officeart/2018/2/layout/IconVerticalSolidList"/>
    <dgm:cxn modelId="{67D21148-6B9E-454B-972A-2FFFE503C21A}" type="presParOf" srcId="{16CC075D-513F-4AA7-A795-0E779C773871}" destId="{2A72D4EB-64A6-4339-B245-F9183D6EF320}" srcOrd="9" destOrd="0" presId="urn:microsoft.com/office/officeart/2018/2/layout/IconVerticalSolidList"/>
    <dgm:cxn modelId="{B9AF5BB3-B0FD-4ED8-A791-5F2D496E66EB}" type="presParOf" srcId="{16CC075D-513F-4AA7-A795-0E779C773871}" destId="{E5C4AE6F-6FC5-4B2C-9EC6-14652BB51291}" srcOrd="10" destOrd="0" presId="urn:microsoft.com/office/officeart/2018/2/layout/IconVerticalSolidList"/>
    <dgm:cxn modelId="{27B190C6-4C18-412D-8E46-362792A7C923}" type="presParOf" srcId="{E5C4AE6F-6FC5-4B2C-9EC6-14652BB51291}" destId="{6C76906B-65DC-4559-A09C-8DAAF8329060}" srcOrd="0" destOrd="0" presId="urn:microsoft.com/office/officeart/2018/2/layout/IconVerticalSolidList"/>
    <dgm:cxn modelId="{0A7CA2DA-53C3-4601-B924-C03A0404BE54}" type="presParOf" srcId="{E5C4AE6F-6FC5-4B2C-9EC6-14652BB51291}" destId="{30057580-CB78-4359-BF59-CF5564C9372C}" srcOrd="1" destOrd="0" presId="urn:microsoft.com/office/officeart/2018/2/layout/IconVerticalSolidList"/>
    <dgm:cxn modelId="{F38507BC-06E9-40AF-B871-0491890D6C60}" type="presParOf" srcId="{E5C4AE6F-6FC5-4B2C-9EC6-14652BB51291}" destId="{C74FFB3F-C977-4B7D-9C17-562A8F169FAF}" srcOrd="2" destOrd="0" presId="urn:microsoft.com/office/officeart/2018/2/layout/IconVerticalSolidList"/>
    <dgm:cxn modelId="{99C7B65D-618B-4C01-941E-C31CE82E4D1F}" type="presParOf" srcId="{E5C4AE6F-6FC5-4B2C-9EC6-14652BB51291}" destId="{283E5D8D-59C1-4B08-8309-6E885CED90BA}" srcOrd="3" destOrd="0" presId="urn:microsoft.com/office/officeart/2018/2/layout/IconVerticalSolidList"/>
    <dgm:cxn modelId="{9EE083D1-7301-48FA-861A-18D43611CCC1}" type="presParOf" srcId="{16CC075D-513F-4AA7-A795-0E779C773871}" destId="{2C35EC0D-A285-41C5-B17D-97C700DE2E77}" srcOrd="11" destOrd="0" presId="urn:microsoft.com/office/officeart/2018/2/layout/IconVerticalSolidList"/>
    <dgm:cxn modelId="{85216D0F-D7A4-483A-ACCD-2292DE7A8B21}" type="presParOf" srcId="{16CC075D-513F-4AA7-A795-0E779C773871}" destId="{585AD64B-07E9-4824-BA85-0E89D677CE44}" srcOrd="12" destOrd="0" presId="urn:microsoft.com/office/officeart/2018/2/layout/IconVerticalSolidList"/>
    <dgm:cxn modelId="{D82FD1C6-41E0-40E0-80FB-08FB479649F8}" type="presParOf" srcId="{585AD64B-07E9-4824-BA85-0E89D677CE44}" destId="{1BF9EC79-7373-4C10-9902-3008D341014B}" srcOrd="0" destOrd="0" presId="urn:microsoft.com/office/officeart/2018/2/layout/IconVerticalSolidList"/>
    <dgm:cxn modelId="{EDE1F31D-B33B-423D-9123-1DB003D647FD}" type="presParOf" srcId="{585AD64B-07E9-4824-BA85-0E89D677CE44}" destId="{7DFF8146-0D34-4567-AA76-31753E44C6D6}" srcOrd="1" destOrd="0" presId="urn:microsoft.com/office/officeart/2018/2/layout/IconVerticalSolidList"/>
    <dgm:cxn modelId="{79F5D08F-090F-48A3-A5DD-B598BA85EE0F}" type="presParOf" srcId="{585AD64B-07E9-4824-BA85-0E89D677CE44}" destId="{5367AB7B-51C2-4698-A787-EBC8C73CA3A1}" srcOrd="2" destOrd="0" presId="urn:microsoft.com/office/officeart/2018/2/layout/IconVerticalSolidList"/>
    <dgm:cxn modelId="{18F47753-A3CC-4252-8291-C7A1CD3E4037}" type="presParOf" srcId="{585AD64B-07E9-4824-BA85-0E89D677CE44}" destId="{D6F0D4C1-F53E-41F2-BBB9-857DBE25A663}" srcOrd="3" destOrd="0" presId="urn:microsoft.com/office/officeart/2018/2/layout/IconVerticalSolidList"/>
    <dgm:cxn modelId="{DE24431B-4C44-4033-A6E3-FDB2B6460304}" type="presParOf" srcId="{16CC075D-513F-4AA7-A795-0E779C773871}" destId="{14D360D2-CA83-4F89-A50B-A7C81FAFC02B}" srcOrd="13" destOrd="0" presId="urn:microsoft.com/office/officeart/2018/2/layout/IconVerticalSolidList"/>
    <dgm:cxn modelId="{74B90DBA-9B39-464C-A53F-71C8D1B23FAB}" type="presParOf" srcId="{16CC075D-513F-4AA7-A795-0E779C773871}" destId="{E657D2D8-80F2-4AF6-9A29-5E09B977FDCA}" srcOrd="14" destOrd="0" presId="urn:microsoft.com/office/officeart/2018/2/layout/IconVerticalSolidList"/>
    <dgm:cxn modelId="{0148AE9B-4B25-42CD-A6BA-1586D3E80A86}" type="presParOf" srcId="{E657D2D8-80F2-4AF6-9A29-5E09B977FDCA}" destId="{9BEB2231-E4DD-4211-97C5-F43C0159E95B}" srcOrd="0" destOrd="0" presId="urn:microsoft.com/office/officeart/2018/2/layout/IconVerticalSolidList"/>
    <dgm:cxn modelId="{63759F3A-29DC-42C1-8387-8D6474FBB33C}" type="presParOf" srcId="{E657D2D8-80F2-4AF6-9A29-5E09B977FDCA}" destId="{AD0B297C-CA8C-4F41-AC70-14786562F17F}" srcOrd="1" destOrd="0" presId="urn:microsoft.com/office/officeart/2018/2/layout/IconVerticalSolidList"/>
    <dgm:cxn modelId="{F5DECC1B-A243-47B9-B4F7-03E5032231A2}" type="presParOf" srcId="{E657D2D8-80F2-4AF6-9A29-5E09B977FDCA}" destId="{3F5EC7A6-2B86-4198-BE2E-1F0741ABC3BF}" srcOrd="2" destOrd="0" presId="urn:microsoft.com/office/officeart/2018/2/layout/IconVerticalSolidList"/>
    <dgm:cxn modelId="{651F2DB9-D947-4DCA-A98F-F725C9784052}" type="presParOf" srcId="{E657D2D8-80F2-4AF6-9A29-5E09B977FDCA}" destId="{26C7D8F6-09D8-490B-9316-2DF0C4AB949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1D75D0E-63D2-49A6-BA4F-7782C134CCC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8C47BAB-A784-46AC-84AE-58884372FA53}">
      <dgm:prSet/>
      <dgm:spPr/>
      <dgm:t>
        <a:bodyPr/>
        <a:lstStyle/>
        <a:p>
          <a:r>
            <a:rPr lang="en-US"/>
            <a:t>Is the software scope unambiguously defined and bounded?</a:t>
          </a:r>
        </a:p>
      </dgm:t>
    </dgm:pt>
    <dgm:pt modelId="{2A8093E6-8993-4A2F-B8DF-F129C5E9AE53}" type="parTrans" cxnId="{A09D7B49-1D69-46E8-9AAA-0D68536A316A}">
      <dgm:prSet/>
      <dgm:spPr/>
      <dgm:t>
        <a:bodyPr/>
        <a:lstStyle/>
        <a:p>
          <a:endParaRPr lang="en-US"/>
        </a:p>
      </dgm:t>
    </dgm:pt>
    <dgm:pt modelId="{05F4C981-C58C-45C2-9FE3-6DA4813BC635}" type="sibTrans" cxnId="{A09D7B49-1D69-46E8-9AAA-0D68536A316A}">
      <dgm:prSet/>
      <dgm:spPr/>
      <dgm:t>
        <a:bodyPr/>
        <a:lstStyle/>
        <a:p>
          <a:endParaRPr lang="en-US"/>
        </a:p>
      </dgm:t>
    </dgm:pt>
    <dgm:pt modelId="{5C8F3B07-70A3-45B0-957E-6F37E467F959}">
      <dgm:prSet/>
      <dgm:spPr/>
      <dgm:t>
        <a:bodyPr/>
        <a:lstStyle/>
        <a:p>
          <a:r>
            <a:rPr lang="en-US"/>
            <a:t>Is terminology clear?</a:t>
          </a:r>
        </a:p>
      </dgm:t>
    </dgm:pt>
    <dgm:pt modelId="{ED9CCE2D-C3E6-4B40-9924-E354B853D580}" type="parTrans" cxnId="{69D080BA-6A65-47E4-A469-A6DA7F65AF93}">
      <dgm:prSet/>
      <dgm:spPr/>
      <dgm:t>
        <a:bodyPr/>
        <a:lstStyle/>
        <a:p>
          <a:endParaRPr lang="en-US"/>
        </a:p>
      </dgm:t>
    </dgm:pt>
    <dgm:pt modelId="{7875364E-3B56-424A-BE0B-EFC88663FADE}" type="sibTrans" cxnId="{69D080BA-6A65-47E4-A469-A6DA7F65AF93}">
      <dgm:prSet/>
      <dgm:spPr/>
      <dgm:t>
        <a:bodyPr/>
        <a:lstStyle/>
        <a:p>
          <a:endParaRPr lang="en-US"/>
        </a:p>
      </dgm:t>
    </dgm:pt>
    <dgm:pt modelId="{A2894A79-2977-4B86-A0E2-A54493C45C75}">
      <dgm:prSet/>
      <dgm:spPr/>
      <dgm:t>
        <a:bodyPr/>
        <a:lstStyle/>
        <a:p>
          <a:r>
            <a:rPr lang="en-US"/>
            <a:t>Are resources adequate for the scope?</a:t>
          </a:r>
        </a:p>
      </dgm:t>
    </dgm:pt>
    <dgm:pt modelId="{BA38F30A-3DDA-48B9-8043-3D1C4A69E5A6}" type="parTrans" cxnId="{FD8BC870-DF66-4B60-B618-2D478933B09B}">
      <dgm:prSet/>
      <dgm:spPr/>
      <dgm:t>
        <a:bodyPr/>
        <a:lstStyle/>
        <a:p>
          <a:endParaRPr lang="en-US"/>
        </a:p>
      </dgm:t>
    </dgm:pt>
    <dgm:pt modelId="{C67004D1-7B94-446F-9545-32BCAC33136E}" type="sibTrans" cxnId="{FD8BC870-DF66-4B60-B618-2D478933B09B}">
      <dgm:prSet/>
      <dgm:spPr/>
      <dgm:t>
        <a:bodyPr/>
        <a:lstStyle/>
        <a:p>
          <a:endParaRPr lang="en-US"/>
        </a:p>
      </dgm:t>
    </dgm:pt>
    <dgm:pt modelId="{A05D7D45-FCF7-44D4-8353-B7CDB15F0CFB}">
      <dgm:prSet/>
      <dgm:spPr/>
      <dgm:t>
        <a:bodyPr/>
        <a:lstStyle/>
        <a:p>
          <a:r>
            <a:rPr lang="en-US"/>
            <a:t>Are resources readily available?</a:t>
          </a:r>
        </a:p>
      </dgm:t>
    </dgm:pt>
    <dgm:pt modelId="{10E733FA-C7C0-4C4F-8679-A0696517F435}" type="parTrans" cxnId="{8CB0194C-5E25-48A7-91C2-9B3CC0559A6C}">
      <dgm:prSet/>
      <dgm:spPr/>
      <dgm:t>
        <a:bodyPr/>
        <a:lstStyle/>
        <a:p>
          <a:endParaRPr lang="en-US"/>
        </a:p>
      </dgm:t>
    </dgm:pt>
    <dgm:pt modelId="{2BF392E7-9D06-43B3-B72F-5CBFD88D7D7D}" type="sibTrans" cxnId="{8CB0194C-5E25-48A7-91C2-9B3CC0559A6C}">
      <dgm:prSet/>
      <dgm:spPr/>
      <dgm:t>
        <a:bodyPr/>
        <a:lstStyle/>
        <a:p>
          <a:endParaRPr lang="en-US"/>
        </a:p>
      </dgm:t>
    </dgm:pt>
    <dgm:pt modelId="{271A7A27-F3C1-4AFC-98B9-593773880CFE}">
      <dgm:prSet/>
      <dgm:spPr/>
      <dgm:t>
        <a:bodyPr/>
        <a:lstStyle/>
        <a:p>
          <a:r>
            <a:rPr lang="en-US"/>
            <a:t>Are tasks properly defined and sequenced?</a:t>
          </a:r>
        </a:p>
      </dgm:t>
    </dgm:pt>
    <dgm:pt modelId="{873862E3-4DFF-4D03-8C52-4C83B066F88B}" type="parTrans" cxnId="{8608D0C7-DFB7-4DFE-8837-CECAD6D58795}">
      <dgm:prSet/>
      <dgm:spPr/>
      <dgm:t>
        <a:bodyPr/>
        <a:lstStyle/>
        <a:p>
          <a:endParaRPr lang="en-US"/>
        </a:p>
      </dgm:t>
    </dgm:pt>
    <dgm:pt modelId="{3A418377-548F-4186-9D40-58389B076CA2}" type="sibTrans" cxnId="{8608D0C7-DFB7-4DFE-8837-CECAD6D58795}">
      <dgm:prSet/>
      <dgm:spPr/>
      <dgm:t>
        <a:bodyPr/>
        <a:lstStyle/>
        <a:p>
          <a:endParaRPr lang="en-US"/>
        </a:p>
      </dgm:t>
    </dgm:pt>
    <dgm:pt modelId="{C5D75BBE-D99A-443B-B9F6-0841FA1FBCDE}">
      <dgm:prSet/>
      <dgm:spPr/>
      <dgm:t>
        <a:bodyPr/>
        <a:lstStyle/>
        <a:p>
          <a:r>
            <a:rPr lang="en-US"/>
            <a:t>Is the basis for cost estimation reasonable?  Has it been developed using two different sources?</a:t>
          </a:r>
        </a:p>
      </dgm:t>
    </dgm:pt>
    <dgm:pt modelId="{A777059B-3A11-40F7-870C-FFE5CEB3CF85}" type="parTrans" cxnId="{58AF3931-C4AA-4FD9-A016-F805163D8ED5}">
      <dgm:prSet/>
      <dgm:spPr/>
      <dgm:t>
        <a:bodyPr/>
        <a:lstStyle/>
        <a:p>
          <a:endParaRPr lang="en-US"/>
        </a:p>
      </dgm:t>
    </dgm:pt>
    <dgm:pt modelId="{E07914CB-3022-49F4-8FC2-1A847B085F70}" type="sibTrans" cxnId="{58AF3931-C4AA-4FD9-A016-F805163D8ED5}">
      <dgm:prSet/>
      <dgm:spPr/>
      <dgm:t>
        <a:bodyPr/>
        <a:lstStyle/>
        <a:p>
          <a:endParaRPr lang="en-US"/>
        </a:p>
      </dgm:t>
    </dgm:pt>
    <dgm:pt modelId="{3D1E8834-11BE-42E1-A9B6-9C2207E9753F}">
      <dgm:prSet/>
      <dgm:spPr/>
      <dgm:t>
        <a:bodyPr/>
        <a:lstStyle/>
        <a:p>
          <a:r>
            <a:rPr lang="en-US"/>
            <a:t>Have historical productivity and quality data been used?</a:t>
          </a:r>
        </a:p>
      </dgm:t>
    </dgm:pt>
    <dgm:pt modelId="{9D84702A-9843-420A-B15B-BF22D3DA0DB8}" type="parTrans" cxnId="{05D04CA4-A85F-4774-BA10-2E840413CB90}">
      <dgm:prSet/>
      <dgm:spPr/>
      <dgm:t>
        <a:bodyPr/>
        <a:lstStyle/>
        <a:p>
          <a:endParaRPr lang="en-US"/>
        </a:p>
      </dgm:t>
    </dgm:pt>
    <dgm:pt modelId="{6CB2F549-3CF5-482E-BC85-49436DFD871E}" type="sibTrans" cxnId="{05D04CA4-A85F-4774-BA10-2E840413CB90}">
      <dgm:prSet/>
      <dgm:spPr/>
      <dgm:t>
        <a:bodyPr/>
        <a:lstStyle/>
        <a:p>
          <a:endParaRPr lang="en-US"/>
        </a:p>
      </dgm:t>
    </dgm:pt>
    <dgm:pt modelId="{63BA391E-3DF2-4CA5-A9CC-00213A9E5940}">
      <dgm:prSet/>
      <dgm:spPr/>
      <dgm:t>
        <a:bodyPr/>
        <a:lstStyle/>
        <a:p>
          <a:r>
            <a:rPr lang="en-US"/>
            <a:t>Have differences in estimates been reconciled?</a:t>
          </a:r>
        </a:p>
      </dgm:t>
    </dgm:pt>
    <dgm:pt modelId="{0114215A-F89E-4736-BDF0-53429ACF7D4C}" type="parTrans" cxnId="{2A599E59-694F-43F7-89CB-5A675A3BA5C1}">
      <dgm:prSet/>
      <dgm:spPr/>
      <dgm:t>
        <a:bodyPr/>
        <a:lstStyle/>
        <a:p>
          <a:endParaRPr lang="en-US"/>
        </a:p>
      </dgm:t>
    </dgm:pt>
    <dgm:pt modelId="{CDE9F466-BB17-4099-A4B6-0701977E3FAC}" type="sibTrans" cxnId="{2A599E59-694F-43F7-89CB-5A675A3BA5C1}">
      <dgm:prSet/>
      <dgm:spPr/>
      <dgm:t>
        <a:bodyPr/>
        <a:lstStyle/>
        <a:p>
          <a:endParaRPr lang="en-US"/>
        </a:p>
      </dgm:t>
    </dgm:pt>
    <dgm:pt modelId="{FC599DF1-D7C2-4AB4-98E5-09DC533762C3}">
      <dgm:prSet/>
      <dgm:spPr/>
      <dgm:t>
        <a:bodyPr/>
        <a:lstStyle/>
        <a:p>
          <a:r>
            <a:rPr lang="en-US"/>
            <a:t>Are pre-established budgets and deadlines realistic?</a:t>
          </a:r>
        </a:p>
      </dgm:t>
    </dgm:pt>
    <dgm:pt modelId="{D095FDA6-5746-47FC-BF5C-0EB361629B5B}" type="parTrans" cxnId="{EFC7FFDF-3AF5-440A-BD6C-F85C37965512}">
      <dgm:prSet/>
      <dgm:spPr/>
      <dgm:t>
        <a:bodyPr/>
        <a:lstStyle/>
        <a:p>
          <a:endParaRPr lang="en-US"/>
        </a:p>
      </dgm:t>
    </dgm:pt>
    <dgm:pt modelId="{98516C03-0475-4B52-9158-06016D393620}" type="sibTrans" cxnId="{EFC7FFDF-3AF5-440A-BD6C-F85C37965512}">
      <dgm:prSet/>
      <dgm:spPr/>
      <dgm:t>
        <a:bodyPr/>
        <a:lstStyle/>
        <a:p>
          <a:endParaRPr lang="en-US"/>
        </a:p>
      </dgm:t>
    </dgm:pt>
    <dgm:pt modelId="{1E1742DA-8069-403F-A9BA-E5631C39724A}">
      <dgm:prSet/>
      <dgm:spPr/>
      <dgm:t>
        <a:bodyPr/>
        <a:lstStyle/>
        <a:p>
          <a:r>
            <a:rPr lang="en-US"/>
            <a:t>Is the schedule consistent?</a:t>
          </a:r>
        </a:p>
      </dgm:t>
    </dgm:pt>
    <dgm:pt modelId="{2000D8EF-1E2B-44C7-B1D9-713547D7EF39}" type="parTrans" cxnId="{EFF1B48F-BD90-4A15-802B-551CB775FB94}">
      <dgm:prSet/>
      <dgm:spPr/>
      <dgm:t>
        <a:bodyPr/>
        <a:lstStyle/>
        <a:p>
          <a:endParaRPr lang="en-US"/>
        </a:p>
      </dgm:t>
    </dgm:pt>
    <dgm:pt modelId="{982F3C67-7F5E-4526-9AE4-0555EFA41F71}" type="sibTrans" cxnId="{EFF1B48F-BD90-4A15-802B-551CB775FB94}">
      <dgm:prSet/>
      <dgm:spPr/>
      <dgm:t>
        <a:bodyPr/>
        <a:lstStyle/>
        <a:p>
          <a:endParaRPr lang="en-US"/>
        </a:p>
      </dgm:t>
    </dgm:pt>
    <dgm:pt modelId="{15B4C29F-1E4B-4543-AC3F-02E45F4F1E85}" type="pres">
      <dgm:prSet presAssocID="{F1D75D0E-63D2-49A6-BA4F-7782C134CCCE}" presName="vert0" presStyleCnt="0">
        <dgm:presLayoutVars>
          <dgm:dir/>
          <dgm:animOne val="branch"/>
          <dgm:animLvl val="lvl"/>
        </dgm:presLayoutVars>
      </dgm:prSet>
      <dgm:spPr/>
    </dgm:pt>
    <dgm:pt modelId="{CC04F7E0-F863-4077-B46A-D4376DB3DD9D}" type="pres">
      <dgm:prSet presAssocID="{48C47BAB-A784-46AC-84AE-58884372FA53}" presName="thickLine" presStyleLbl="alignNode1" presStyleIdx="0" presStyleCnt="10"/>
      <dgm:spPr/>
    </dgm:pt>
    <dgm:pt modelId="{5163574F-A708-4909-AEF4-0FDE318A532D}" type="pres">
      <dgm:prSet presAssocID="{48C47BAB-A784-46AC-84AE-58884372FA53}" presName="horz1" presStyleCnt="0"/>
      <dgm:spPr/>
    </dgm:pt>
    <dgm:pt modelId="{DB1C9DB8-80C9-443D-80C2-D1F52DA9F0DC}" type="pres">
      <dgm:prSet presAssocID="{48C47BAB-A784-46AC-84AE-58884372FA53}" presName="tx1" presStyleLbl="revTx" presStyleIdx="0" presStyleCnt="10"/>
      <dgm:spPr/>
    </dgm:pt>
    <dgm:pt modelId="{65B61D6D-C4EA-4898-B270-0559E6BC2DFD}" type="pres">
      <dgm:prSet presAssocID="{48C47BAB-A784-46AC-84AE-58884372FA53}" presName="vert1" presStyleCnt="0"/>
      <dgm:spPr/>
    </dgm:pt>
    <dgm:pt modelId="{864262DE-94C1-490D-8060-D444C9BF99E8}" type="pres">
      <dgm:prSet presAssocID="{5C8F3B07-70A3-45B0-957E-6F37E467F959}" presName="thickLine" presStyleLbl="alignNode1" presStyleIdx="1" presStyleCnt="10"/>
      <dgm:spPr/>
    </dgm:pt>
    <dgm:pt modelId="{F4F8AF28-E3CB-4E06-B4B1-0BD4071BB461}" type="pres">
      <dgm:prSet presAssocID="{5C8F3B07-70A3-45B0-957E-6F37E467F959}" presName="horz1" presStyleCnt="0"/>
      <dgm:spPr/>
    </dgm:pt>
    <dgm:pt modelId="{DBFC2D79-7CC0-4A97-BBCE-7B222AD6840C}" type="pres">
      <dgm:prSet presAssocID="{5C8F3B07-70A3-45B0-957E-6F37E467F959}" presName="tx1" presStyleLbl="revTx" presStyleIdx="1" presStyleCnt="10"/>
      <dgm:spPr/>
    </dgm:pt>
    <dgm:pt modelId="{ECA47646-2037-4F26-BCE6-F679F7FBB067}" type="pres">
      <dgm:prSet presAssocID="{5C8F3B07-70A3-45B0-957E-6F37E467F959}" presName="vert1" presStyleCnt="0"/>
      <dgm:spPr/>
    </dgm:pt>
    <dgm:pt modelId="{B1C9BAFB-15BF-4590-ADB4-2CE76C7A9B25}" type="pres">
      <dgm:prSet presAssocID="{A2894A79-2977-4B86-A0E2-A54493C45C75}" presName="thickLine" presStyleLbl="alignNode1" presStyleIdx="2" presStyleCnt="10"/>
      <dgm:spPr/>
    </dgm:pt>
    <dgm:pt modelId="{B680C85E-16B2-49F2-95AF-35C28904E044}" type="pres">
      <dgm:prSet presAssocID="{A2894A79-2977-4B86-A0E2-A54493C45C75}" presName="horz1" presStyleCnt="0"/>
      <dgm:spPr/>
    </dgm:pt>
    <dgm:pt modelId="{9926B5C1-0D25-4F85-81D8-727FE0CF291A}" type="pres">
      <dgm:prSet presAssocID="{A2894A79-2977-4B86-A0E2-A54493C45C75}" presName="tx1" presStyleLbl="revTx" presStyleIdx="2" presStyleCnt="10"/>
      <dgm:spPr/>
    </dgm:pt>
    <dgm:pt modelId="{63172C07-E190-4294-B544-4123C6A6C79B}" type="pres">
      <dgm:prSet presAssocID="{A2894A79-2977-4B86-A0E2-A54493C45C75}" presName="vert1" presStyleCnt="0"/>
      <dgm:spPr/>
    </dgm:pt>
    <dgm:pt modelId="{E247E5B3-21DE-4AD4-B032-1BABDFB870F8}" type="pres">
      <dgm:prSet presAssocID="{A05D7D45-FCF7-44D4-8353-B7CDB15F0CFB}" presName="thickLine" presStyleLbl="alignNode1" presStyleIdx="3" presStyleCnt="10"/>
      <dgm:spPr/>
    </dgm:pt>
    <dgm:pt modelId="{2ED283EA-64D4-40E1-ABE8-EA70BD9471C0}" type="pres">
      <dgm:prSet presAssocID="{A05D7D45-FCF7-44D4-8353-B7CDB15F0CFB}" presName="horz1" presStyleCnt="0"/>
      <dgm:spPr/>
    </dgm:pt>
    <dgm:pt modelId="{6848DB0A-829C-42C5-B94D-242CF74A0072}" type="pres">
      <dgm:prSet presAssocID="{A05D7D45-FCF7-44D4-8353-B7CDB15F0CFB}" presName="tx1" presStyleLbl="revTx" presStyleIdx="3" presStyleCnt="10"/>
      <dgm:spPr/>
    </dgm:pt>
    <dgm:pt modelId="{7B0BAE41-901B-4A8E-A391-04A8137BFDB0}" type="pres">
      <dgm:prSet presAssocID="{A05D7D45-FCF7-44D4-8353-B7CDB15F0CFB}" presName="vert1" presStyleCnt="0"/>
      <dgm:spPr/>
    </dgm:pt>
    <dgm:pt modelId="{8969286A-FCF0-481D-93E5-807D39D1351C}" type="pres">
      <dgm:prSet presAssocID="{271A7A27-F3C1-4AFC-98B9-593773880CFE}" presName="thickLine" presStyleLbl="alignNode1" presStyleIdx="4" presStyleCnt="10"/>
      <dgm:spPr/>
    </dgm:pt>
    <dgm:pt modelId="{8456D0B1-D904-4798-9F8F-9F8C9EB72F46}" type="pres">
      <dgm:prSet presAssocID="{271A7A27-F3C1-4AFC-98B9-593773880CFE}" presName="horz1" presStyleCnt="0"/>
      <dgm:spPr/>
    </dgm:pt>
    <dgm:pt modelId="{38B1BB61-B961-44E4-A285-0ADA56ECBC3F}" type="pres">
      <dgm:prSet presAssocID="{271A7A27-F3C1-4AFC-98B9-593773880CFE}" presName="tx1" presStyleLbl="revTx" presStyleIdx="4" presStyleCnt="10"/>
      <dgm:spPr/>
    </dgm:pt>
    <dgm:pt modelId="{82122922-EA1E-492E-A907-04A1519DE645}" type="pres">
      <dgm:prSet presAssocID="{271A7A27-F3C1-4AFC-98B9-593773880CFE}" presName="vert1" presStyleCnt="0"/>
      <dgm:spPr/>
    </dgm:pt>
    <dgm:pt modelId="{041E7510-B730-449D-97EA-16144C194C4E}" type="pres">
      <dgm:prSet presAssocID="{C5D75BBE-D99A-443B-B9F6-0841FA1FBCDE}" presName="thickLine" presStyleLbl="alignNode1" presStyleIdx="5" presStyleCnt="10"/>
      <dgm:spPr/>
    </dgm:pt>
    <dgm:pt modelId="{F50E94E7-7F95-465C-BFF0-2865E3A6B3E4}" type="pres">
      <dgm:prSet presAssocID="{C5D75BBE-D99A-443B-B9F6-0841FA1FBCDE}" presName="horz1" presStyleCnt="0"/>
      <dgm:spPr/>
    </dgm:pt>
    <dgm:pt modelId="{9BCE85D7-111B-4B25-B28E-F8B7326FBD5C}" type="pres">
      <dgm:prSet presAssocID="{C5D75BBE-D99A-443B-B9F6-0841FA1FBCDE}" presName="tx1" presStyleLbl="revTx" presStyleIdx="5" presStyleCnt="10"/>
      <dgm:spPr/>
    </dgm:pt>
    <dgm:pt modelId="{1981BF03-2883-4DC8-A76C-05B8414D9756}" type="pres">
      <dgm:prSet presAssocID="{C5D75BBE-D99A-443B-B9F6-0841FA1FBCDE}" presName="vert1" presStyleCnt="0"/>
      <dgm:spPr/>
    </dgm:pt>
    <dgm:pt modelId="{347940A3-1901-4089-917C-BA524DA17C7F}" type="pres">
      <dgm:prSet presAssocID="{3D1E8834-11BE-42E1-A9B6-9C2207E9753F}" presName="thickLine" presStyleLbl="alignNode1" presStyleIdx="6" presStyleCnt="10"/>
      <dgm:spPr/>
    </dgm:pt>
    <dgm:pt modelId="{E543BA0B-F456-4BED-9FA8-BA0A7FC2FFCB}" type="pres">
      <dgm:prSet presAssocID="{3D1E8834-11BE-42E1-A9B6-9C2207E9753F}" presName="horz1" presStyleCnt="0"/>
      <dgm:spPr/>
    </dgm:pt>
    <dgm:pt modelId="{8659F053-28B6-43CA-A559-93CF9B8499B6}" type="pres">
      <dgm:prSet presAssocID="{3D1E8834-11BE-42E1-A9B6-9C2207E9753F}" presName="tx1" presStyleLbl="revTx" presStyleIdx="6" presStyleCnt="10"/>
      <dgm:spPr/>
    </dgm:pt>
    <dgm:pt modelId="{6D087EDA-33DA-4DBE-BD15-014B571BBEC5}" type="pres">
      <dgm:prSet presAssocID="{3D1E8834-11BE-42E1-A9B6-9C2207E9753F}" presName="vert1" presStyleCnt="0"/>
      <dgm:spPr/>
    </dgm:pt>
    <dgm:pt modelId="{8CB7A859-ACD2-486C-836A-06E6A725F602}" type="pres">
      <dgm:prSet presAssocID="{63BA391E-3DF2-4CA5-A9CC-00213A9E5940}" presName="thickLine" presStyleLbl="alignNode1" presStyleIdx="7" presStyleCnt="10"/>
      <dgm:spPr/>
    </dgm:pt>
    <dgm:pt modelId="{A4FECE93-2D90-4A5B-876A-D7A884E2C212}" type="pres">
      <dgm:prSet presAssocID="{63BA391E-3DF2-4CA5-A9CC-00213A9E5940}" presName="horz1" presStyleCnt="0"/>
      <dgm:spPr/>
    </dgm:pt>
    <dgm:pt modelId="{4D625E3A-14D2-48F3-AD3B-9CF499EDA8F4}" type="pres">
      <dgm:prSet presAssocID="{63BA391E-3DF2-4CA5-A9CC-00213A9E5940}" presName="tx1" presStyleLbl="revTx" presStyleIdx="7" presStyleCnt="10"/>
      <dgm:spPr/>
    </dgm:pt>
    <dgm:pt modelId="{A48C101E-AAE5-4F8D-A935-2289A5CA35C2}" type="pres">
      <dgm:prSet presAssocID="{63BA391E-3DF2-4CA5-A9CC-00213A9E5940}" presName="vert1" presStyleCnt="0"/>
      <dgm:spPr/>
    </dgm:pt>
    <dgm:pt modelId="{60028255-4793-4A2C-BC07-A4F4E488DB67}" type="pres">
      <dgm:prSet presAssocID="{FC599DF1-D7C2-4AB4-98E5-09DC533762C3}" presName="thickLine" presStyleLbl="alignNode1" presStyleIdx="8" presStyleCnt="10"/>
      <dgm:spPr/>
    </dgm:pt>
    <dgm:pt modelId="{7257F4CA-00F8-4178-990A-420110F55644}" type="pres">
      <dgm:prSet presAssocID="{FC599DF1-D7C2-4AB4-98E5-09DC533762C3}" presName="horz1" presStyleCnt="0"/>
      <dgm:spPr/>
    </dgm:pt>
    <dgm:pt modelId="{33400A15-FC18-4618-AF8C-DD1B39B9612F}" type="pres">
      <dgm:prSet presAssocID="{FC599DF1-D7C2-4AB4-98E5-09DC533762C3}" presName="tx1" presStyleLbl="revTx" presStyleIdx="8" presStyleCnt="10"/>
      <dgm:spPr/>
    </dgm:pt>
    <dgm:pt modelId="{6E2466E5-CD47-44BB-BDFE-A2FE604AA1C6}" type="pres">
      <dgm:prSet presAssocID="{FC599DF1-D7C2-4AB4-98E5-09DC533762C3}" presName="vert1" presStyleCnt="0"/>
      <dgm:spPr/>
    </dgm:pt>
    <dgm:pt modelId="{FEBECAEC-FEE2-4427-897B-2B4CD76AC297}" type="pres">
      <dgm:prSet presAssocID="{1E1742DA-8069-403F-A9BA-E5631C39724A}" presName="thickLine" presStyleLbl="alignNode1" presStyleIdx="9" presStyleCnt="10"/>
      <dgm:spPr/>
    </dgm:pt>
    <dgm:pt modelId="{6642861B-388F-4609-A253-A8DB3682FA0F}" type="pres">
      <dgm:prSet presAssocID="{1E1742DA-8069-403F-A9BA-E5631C39724A}" presName="horz1" presStyleCnt="0"/>
      <dgm:spPr/>
    </dgm:pt>
    <dgm:pt modelId="{E65AC2C4-B471-4AAB-8B8E-6B3A6394CEAF}" type="pres">
      <dgm:prSet presAssocID="{1E1742DA-8069-403F-A9BA-E5631C39724A}" presName="tx1" presStyleLbl="revTx" presStyleIdx="9" presStyleCnt="10"/>
      <dgm:spPr/>
    </dgm:pt>
    <dgm:pt modelId="{D0E15494-5341-4F16-A961-1CA630B563BF}" type="pres">
      <dgm:prSet presAssocID="{1E1742DA-8069-403F-A9BA-E5631C39724A}" presName="vert1" presStyleCnt="0"/>
      <dgm:spPr/>
    </dgm:pt>
  </dgm:ptLst>
  <dgm:cxnLst>
    <dgm:cxn modelId="{5ABDBC07-62F1-4848-BCB4-54D07346121D}" type="presOf" srcId="{48C47BAB-A784-46AC-84AE-58884372FA53}" destId="{DB1C9DB8-80C9-443D-80C2-D1F52DA9F0DC}" srcOrd="0" destOrd="0" presId="urn:microsoft.com/office/officeart/2008/layout/LinedList"/>
    <dgm:cxn modelId="{58AF3931-C4AA-4FD9-A016-F805163D8ED5}" srcId="{F1D75D0E-63D2-49A6-BA4F-7782C134CCCE}" destId="{C5D75BBE-D99A-443B-B9F6-0841FA1FBCDE}" srcOrd="5" destOrd="0" parTransId="{A777059B-3A11-40F7-870C-FFE5CEB3CF85}" sibTransId="{E07914CB-3022-49F4-8FC2-1A847B085F70}"/>
    <dgm:cxn modelId="{EC71F760-1962-46CB-A5C4-A7D33C44FF3A}" type="presOf" srcId="{63BA391E-3DF2-4CA5-A9CC-00213A9E5940}" destId="{4D625E3A-14D2-48F3-AD3B-9CF499EDA8F4}" srcOrd="0" destOrd="0" presId="urn:microsoft.com/office/officeart/2008/layout/LinedList"/>
    <dgm:cxn modelId="{F117DA47-CB30-483B-9798-AA0D0F22273C}" type="presOf" srcId="{C5D75BBE-D99A-443B-B9F6-0841FA1FBCDE}" destId="{9BCE85D7-111B-4B25-B28E-F8B7326FBD5C}" srcOrd="0" destOrd="0" presId="urn:microsoft.com/office/officeart/2008/layout/LinedList"/>
    <dgm:cxn modelId="{ED091268-7ED1-4752-BEE6-215268F7C850}" type="presOf" srcId="{5C8F3B07-70A3-45B0-957E-6F37E467F959}" destId="{DBFC2D79-7CC0-4A97-BBCE-7B222AD6840C}" srcOrd="0" destOrd="0" presId="urn:microsoft.com/office/officeart/2008/layout/LinedList"/>
    <dgm:cxn modelId="{A09D7B49-1D69-46E8-9AAA-0D68536A316A}" srcId="{F1D75D0E-63D2-49A6-BA4F-7782C134CCCE}" destId="{48C47BAB-A784-46AC-84AE-58884372FA53}" srcOrd="0" destOrd="0" parTransId="{2A8093E6-8993-4A2F-B8DF-F129C5E9AE53}" sibTransId="{05F4C981-C58C-45C2-9FE3-6DA4813BC635}"/>
    <dgm:cxn modelId="{8CB0194C-5E25-48A7-91C2-9B3CC0559A6C}" srcId="{F1D75D0E-63D2-49A6-BA4F-7782C134CCCE}" destId="{A05D7D45-FCF7-44D4-8353-B7CDB15F0CFB}" srcOrd="3" destOrd="0" parTransId="{10E733FA-C7C0-4C4F-8679-A0696517F435}" sibTransId="{2BF392E7-9D06-43B3-B72F-5CBFD88D7D7D}"/>
    <dgm:cxn modelId="{FD8BC870-DF66-4B60-B618-2D478933B09B}" srcId="{F1D75D0E-63D2-49A6-BA4F-7782C134CCCE}" destId="{A2894A79-2977-4B86-A0E2-A54493C45C75}" srcOrd="2" destOrd="0" parTransId="{BA38F30A-3DDA-48B9-8043-3D1C4A69E5A6}" sibTransId="{C67004D1-7B94-446F-9545-32BCAC33136E}"/>
    <dgm:cxn modelId="{E0CCB951-5ABE-4064-B7ED-7ED41FABCFF9}" type="presOf" srcId="{A05D7D45-FCF7-44D4-8353-B7CDB15F0CFB}" destId="{6848DB0A-829C-42C5-B94D-242CF74A0072}" srcOrd="0" destOrd="0" presId="urn:microsoft.com/office/officeart/2008/layout/LinedList"/>
    <dgm:cxn modelId="{2A599E59-694F-43F7-89CB-5A675A3BA5C1}" srcId="{F1D75D0E-63D2-49A6-BA4F-7782C134CCCE}" destId="{63BA391E-3DF2-4CA5-A9CC-00213A9E5940}" srcOrd="7" destOrd="0" parTransId="{0114215A-F89E-4736-BDF0-53429ACF7D4C}" sibTransId="{CDE9F466-BB17-4099-A4B6-0701977E3FAC}"/>
    <dgm:cxn modelId="{D1BF6C7B-7C32-491B-A67E-AEB59E4C3004}" type="presOf" srcId="{1E1742DA-8069-403F-A9BA-E5631C39724A}" destId="{E65AC2C4-B471-4AAB-8B8E-6B3A6394CEAF}" srcOrd="0" destOrd="0" presId="urn:microsoft.com/office/officeart/2008/layout/LinedList"/>
    <dgm:cxn modelId="{EFF1B48F-BD90-4A15-802B-551CB775FB94}" srcId="{F1D75D0E-63D2-49A6-BA4F-7782C134CCCE}" destId="{1E1742DA-8069-403F-A9BA-E5631C39724A}" srcOrd="9" destOrd="0" parTransId="{2000D8EF-1E2B-44C7-B1D9-713547D7EF39}" sibTransId="{982F3C67-7F5E-4526-9AE4-0555EFA41F71}"/>
    <dgm:cxn modelId="{FA36FE8F-5CC0-4510-AB8E-4C99D2C353E5}" type="presOf" srcId="{3D1E8834-11BE-42E1-A9B6-9C2207E9753F}" destId="{8659F053-28B6-43CA-A559-93CF9B8499B6}" srcOrd="0" destOrd="0" presId="urn:microsoft.com/office/officeart/2008/layout/LinedList"/>
    <dgm:cxn modelId="{C47EB59F-C1EF-432F-B1BF-2FBF559AD550}" type="presOf" srcId="{F1D75D0E-63D2-49A6-BA4F-7782C134CCCE}" destId="{15B4C29F-1E4B-4543-AC3F-02E45F4F1E85}" srcOrd="0" destOrd="0" presId="urn:microsoft.com/office/officeart/2008/layout/LinedList"/>
    <dgm:cxn modelId="{05D04CA4-A85F-4774-BA10-2E840413CB90}" srcId="{F1D75D0E-63D2-49A6-BA4F-7782C134CCCE}" destId="{3D1E8834-11BE-42E1-A9B6-9C2207E9753F}" srcOrd="6" destOrd="0" parTransId="{9D84702A-9843-420A-B15B-BF22D3DA0DB8}" sibTransId="{6CB2F549-3CF5-482E-BC85-49436DFD871E}"/>
    <dgm:cxn modelId="{01A863B9-E403-4914-A187-9681E8B97E26}" type="presOf" srcId="{A2894A79-2977-4B86-A0E2-A54493C45C75}" destId="{9926B5C1-0D25-4F85-81D8-727FE0CF291A}" srcOrd="0" destOrd="0" presId="urn:microsoft.com/office/officeart/2008/layout/LinedList"/>
    <dgm:cxn modelId="{69D080BA-6A65-47E4-A469-A6DA7F65AF93}" srcId="{F1D75D0E-63D2-49A6-BA4F-7782C134CCCE}" destId="{5C8F3B07-70A3-45B0-957E-6F37E467F959}" srcOrd="1" destOrd="0" parTransId="{ED9CCE2D-C3E6-4B40-9924-E354B853D580}" sibTransId="{7875364E-3B56-424A-BE0B-EFC88663FADE}"/>
    <dgm:cxn modelId="{8608D0C7-DFB7-4DFE-8837-CECAD6D58795}" srcId="{F1D75D0E-63D2-49A6-BA4F-7782C134CCCE}" destId="{271A7A27-F3C1-4AFC-98B9-593773880CFE}" srcOrd="4" destOrd="0" parTransId="{873862E3-4DFF-4D03-8C52-4C83B066F88B}" sibTransId="{3A418377-548F-4186-9D40-58389B076CA2}"/>
    <dgm:cxn modelId="{7EFFD6CF-B073-437D-A3F3-C5622E79092E}" type="presOf" srcId="{271A7A27-F3C1-4AFC-98B9-593773880CFE}" destId="{38B1BB61-B961-44E4-A285-0ADA56ECBC3F}" srcOrd="0" destOrd="0" presId="urn:microsoft.com/office/officeart/2008/layout/LinedList"/>
    <dgm:cxn modelId="{EFC7FFDF-3AF5-440A-BD6C-F85C37965512}" srcId="{F1D75D0E-63D2-49A6-BA4F-7782C134CCCE}" destId="{FC599DF1-D7C2-4AB4-98E5-09DC533762C3}" srcOrd="8" destOrd="0" parTransId="{D095FDA6-5746-47FC-BF5C-0EB361629B5B}" sibTransId="{98516C03-0475-4B52-9158-06016D393620}"/>
    <dgm:cxn modelId="{4C08DAE8-B1C1-45F6-8F18-E33A01D88820}" type="presOf" srcId="{FC599DF1-D7C2-4AB4-98E5-09DC533762C3}" destId="{33400A15-FC18-4618-AF8C-DD1B39B9612F}" srcOrd="0" destOrd="0" presId="urn:microsoft.com/office/officeart/2008/layout/LinedList"/>
    <dgm:cxn modelId="{417B5D8F-8562-4217-BA84-3FB0957145F5}" type="presParOf" srcId="{15B4C29F-1E4B-4543-AC3F-02E45F4F1E85}" destId="{CC04F7E0-F863-4077-B46A-D4376DB3DD9D}" srcOrd="0" destOrd="0" presId="urn:microsoft.com/office/officeart/2008/layout/LinedList"/>
    <dgm:cxn modelId="{2FFDD332-14B6-44DD-9D92-FD5FAB144170}" type="presParOf" srcId="{15B4C29F-1E4B-4543-AC3F-02E45F4F1E85}" destId="{5163574F-A708-4909-AEF4-0FDE318A532D}" srcOrd="1" destOrd="0" presId="urn:microsoft.com/office/officeart/2008/layout/LinedList"/>
    <dgm:cxn modelId="{A24FF969-32FB-4D30-8394-E47E2508DC0F}" type="presParOf" srcId="{5163574F-A708-4909-AEF4-0FDE318A532D}" destId="{DB1C9DB8-80C9-443D-80C2-D1F52DA9F0DC}" srcOrd="0" destOrd="0" presId="urn:microsoft.com/office/officeart/2008/layout/LinedList"/>
    <dgm:cxn modelId="{B43C41B7-53F6-4B61-8ECB-DB56CE6A1B8B}" type="presParOf" srcId="{5163574F-A708-4909-AEF4-0FDE318A532D}" destId="{65B61D6D-C4EA-4898-B270-0559E6BC2DFD}" srcOrd="1" destOrd="0" presId="urn:microsoft.com/office/officeart/2008/layout/LinedList"/>
    <dgm:cxn modelId="{C2B8B7B7-1118-4F36-B40C-4F9AA1E7BD27}" type="presParOf" srcId="{15B4C29F-1E4B-4543-AC3F-02E45F4F1E85}" destId="{864262DE-94C1-490D-8060-D444C9BF99E8}" srcOrd="2" destOrd="0" presId="urn:microsoft.com/office/officeart/2008/layout/LinedList"/>
    <dgm:cxn modelId="{F901865C-CCF2-480B-93E2-00D8271E2B0E}" type="presParOf" srcId="{15B4C29F-1E4B-4543-AC3F-02E45F4F1E85}" destId="{F4F8AF28-E3CB-4E06-B4B1-0BD4071BB461}" srcOrd="3" destOrd="0" presId="urn:microsoft.com/office/officeart/2008/layout/LinedList"/>
    <dgm:cxn modelId="{A35C6A32-5603-4C19-BCC4-14F89423EEC6}" type="presParOf" srcId="{F4F8AF28-E3CB-4E06-B4B1-0BD4071BB461}" destId="{DBFC2D79-7CC0-4A97-BBCE-7B222AD6840C}" srcOrd="0" destOrd="0" presId="urn:microsoft.com/office/officeart/2008/layout/LinedList"/>
    <dgm:cxn modelId="{14CBB5E8-1A39-4C62-AD6D-20E3F670D196}" type="presParOf" srcId="{F4F8AF28-E3CB-4E06-B4B1-0BD4071BB461}" destId="{ECA47646-2037-4F26-BCE6-F679F7FBB067}" srcOrd="1" destOrd="0" presId="urn:microsoft.com/office/officeart/2008/layout/LinedList"/>
    <dgm:cxn modelId="{7E2490EE-8B48-4C78-824B-2AE362CE1370}" type="presParOf" srcId="{15B4C29F-1E4B-4543-AC3F-02E45F4F1E85}" destId="{B1C9BAFB-15BF-4590-ADB4-2CE76C7A9B25}" srcOrd="4" destOrd="0" presId="urn:microsoft.com/office/officeart/2008/layout/LinedList"/>
    <dgm:cxn modelId="{6E96E9DD-A817-4F17-8306-AFC64D5EED98}" type="presParOf" srcId="{15B4C29F-1E4B-4543-AC3F-02E45F4F1E85}" destId="{B680C85E-16B2-49F2-95AF-35C28904E044}" srcOrd="5" destOrd="0" presId="urn:microsoft.com/office/officeart/2008/layout/LinedList"/>
    <dgm:cxn modelId="{B62DA0C1-1D91-4D43-96EF-EB8B9D9A98D5}" type="presParOf" srcId="{B680C85E-16B2-49F2-95AF-35C28904E044}" destId="{9926B5C1-0D25-4F85-81D8-727FE0CF291A}" srcOrd="0" destOrd="0" presId="urn:microsoft.com/office/officeart/2008/layout/LinedList"/>
    <dgm:cxn modelId="{E5EE598F-E324-464E-8921-EB6A9B12F275}" type="presParOf" srcId="{B680C85E-16B2-49F2-95AF-35C28904E044}" destId="{63172C07-E190-4294-B544-4123C6A6C79B}" srcOrd="1" destOrd="0" presId="urn:microsoft.com/office/officeart/2008/layout/LinedList"/>
    <dgm:cxn modelId="{BC0F4829-845C-4B8A-BC40-D395258638D3}" type="presParOf" srcId="{15B4C29F-1E4B-4543-AC3F-02E45F4F1E85}" destId="{E247E5B3-21DE-4AD4-B032-1BABDFB870F8}" srcOrd="6" destOrd="0" presId="urn:microsoft.com/office/officeart/2008/layout/LinedList"/>
    <dgm:cxn modelId="{E83C42BF-F0AD-47DB-9760-A87184538F8E}" type="presParOf" srcId="{15B4C29F-1E4B-4543-AC3F-02E45F4F1E85}" destId="{2ED283EA-64D4-40E1-ABE8-EA70BD9471C0}" srcOrd="7" destOrd="0" presId="urn:microsoft.com/office/officeart/2008/layout/LinedList"/>
    <dgm:cxn modelId="{8BF7088F-DA8F-48B2-BDC4-9197631452A5}" type="presParOf" srcId="{2ED283EA-64D4-40E1-ABE8-EA70BD9471C0}" destId="{6848DB0A-829C-42C5-B94D-242CF74A0072}" srcOrd="0" destOrd="0" presId="urn:microsoft.com/office/officeart/2008/layout/LinedList"/>
    <dgm:cxn modelId="{301621DF-F34D-49C6-BD07-92041006B638}" type="presParOf" srcId="{2ED283EA-64D4-40E1-ABE8-EA70BD9471C0}" destId="{7B0BAE41-901B-4A8E-A391-04A8137BFDB0}" srcOrd="1" destOrd="0" presId="urn:microsoft.com/office/officeart/2008/layout/LinedList"/>
    <dgm:cxn modelId="{B1F7857E-70B5-462D-A250-C13D9D48FEC9}" type="presParOf" srcId="{15B4C29F-1E4B-4543-AC3F-02E45F4F1E85}" destId="{8969286A-FCF0-481D-93E5-807D39D1351C}" srcOrd="8" destOrd="0" presId="urn:microsoft.com/office/officeart/2008/layout/LinedList"/>
    <dgm:cxn modelId="{724540BD-1AF7-4C8D-A5B7-C9D7E022DB07}" type="presParOf" srcId="{15B4C29F-1E4B-4543-AC3F-02E45F4F1E85}" destId="{8456D0B1-D904-4798-9F8F-9F8C9EB72F46}" srcOrd="9" destOrd="0" presId="urn:microsoft.com/office/officeart/2008/layout/LinedList"/>
    <dgm:cxn modelId="{881A4356-33DC-4EB7-8886-7E00757412EC}" type="presParOf" srcId="{8456D0B1-D904-4798-9F8F-9F8C9EB72F46}" destId="{38B1BB61-B961-44E4-A285-0ADA56ECBC3F}" srcOrd="0" destOrd="0" presId="urn:microsoft.com/office/officeart/2008/layout/LinedList"/>
    <dgm:cxn modelId="{B7EA5ADD-2024-410C-95F9-5A3E56E6661E}" type="presParOf" srcId="{8456D0B1-D904-4798-9F8F-9F8C9EB72F46}" destId="{82122922-EA1E-492E-A907-04A1519DE645}" srcOrd="1" destOrd="0" presId="urn:microsoft.com/office/officeart/2008/layout/LinedList"/>
    <dgm:cxn modelId="{8AA82B1E-04D3-45B4-9B09-0B60E9FB0223}" type="presParOf" srcId="{15B4C29F-1E4B-4543-AC3F-02E45F4F1E85}" destId="{041E7510-B730-449D-97EA-16144C194C4E}" srcOrd="10" destOrd="0" presId="urn:microsoft.com/office/officeart/2008/layout/LinedList"/>
    <dgm:cxn modelId="{1B7C0C62-B42A-4F40-B285-D25A02BA22D1}" type="presParOf" srcId="{15B4C29F-1E4B-4543-AC3F-02E45F4F1E85}" destId="{F50E94E7-7F95-465C-BFF0-2865E3A6B3E4}" srcOrd="11" destOrd="0" presId="urn:microsoft.com/office/officeart/2008/layout/LinedList"/>
    <dgm:cxn modelId="{E683E042-3FDC-41B8-AF78-2AC06A64B1DB}" type="presParOf" srcId="{F50E94E7-7F95-465C-BFF0-2865E3A6B3E4}" destId="{9BCE85D7-111B-4B25-B28E-F8B7326FBD5C}" srcOrd="0" destOrd="0" presId="urn:microsoft.com/office/officeart/2008/layout/LinedList"/>
    <dgm:cxn modelId="{4B680BF0-F3E4-4A48-85A1-B0A901D3FB85}" type="presParOf" srcId="{F50E94E7-7F95-465C-BFF0-2865E3A6B3E4}" destId="{1981BF03-2883-4DC8-A76C-05B8414D9756}" srcOrd="1" destOrd="0" presId="urn:microsoft.com/office/officeart/2008/layout/LinedList"/>
    <dgm:cxn modelId="{06547A34-5CFE-4C68-9B30-186E40A5F145}" type="presParOf" srcId="{15B4C29F-1E4B-4543-AC3F-02E45F4F1E85}" destId="{347940A3-1901-4089-917C-BA524DA17C7F}" srcOrd="12" destOrd="0" presId="urn:microsoft.com/office/officeart/2008/layout/LinedList"/>
    <dgm:cxn modelId="{4FA78736-5EB5-41EF-93E2-753EDA3782C6}" type="presParOf" srcId="{15B4C29F-1E4B-4543-AC3F-02E45F4F1E85}" destId="{E543BA0B-F456-4BED-9FA8-BA0A7FC2FFCB}" srcOrd="13" destOrd="0" presId="urn:microsoft.com/office/officeart/2008/layout/LinedList"/>
    <dgm:cxn modelId="{E08E1E44-A0C9-4B2A-84F6-04C51F1AB1AF}" type="presParOf" srcId="{E543BA0B-F456-4BED-9FA8-BA0A7FC2FFCB}" destId="{8659F053-28B6-43CA-A559-93CF9B8499B6}" srcOrd="0" destOrd="0" presId="urn:microsoft.com/office/officeart/2008/layout/LinedList"/>
    <dgm:cxn modelId="{D07052BC-0CB4-4A72-A79E-3820D1B1B086}" type="presParOf" srcId="{E543BA0B-F456-4BED-9FA8-BA0A7FC2FFCB}" destId="{6D087EDA-33DA-4DBE-BD15-014B571BBEC5}" srcOrd="1" destOrd="0" presId="urn:microsoft.com/office/officeart/2008/layout/LinedList"/>
    <dgm:cxn modelId="{8AE09B41-60E3-48F5-B008-BC176D5243B2}" type="presParOf" srcId="{15B4C29F-1E4B-4543-AC3F-02E45F4F1E85}" destId="{8CB7A859-ACD2-486C-836A-06E6A725F602}" srcOrd="14" destOrd="0" presId="urn:microsoft.com/office/officeart/2008/layout/LinedList"/>
    <dgm:cxn modelId="{14DF7011-7FB7-4813-9D5C-D27AD7947379}" type="presParOf" srcId="{15B4C29F-1E4B-4543-AC3F-02E45F4F1E85}" destId="{A4FECE93-2D90-4A5B-876A-D7A884E2C212}" srcOrd="15" destOrd="0" presId="urn:microsoft.com/office/officeart/2008/layout/LinedList"/>
    <dgm:cxn modelId="{28C95141-D64E-4DEA-AA47-387F5C340476}" type="presParOf" srcId="{A4FECE93-2D90-4A5B-876A-D7A884E2C212}" destId="{4D625E3A-14D2-48F3-AD3B-9CF499EDA8F4}" srcOrd="0" destOrd="0" presId="urn:microsoft.com/office/officeart/2008/layout/LinedList"/>
    <dgm:cxn modelId="{2FD4634F-11A6-4AD4-AAC1-F3CD540437CC}" type="presParOf" srcId="{A4FECE93-2D90-4A5B-876A-D7A884E2C212}" destId="{A48C101E-AAE5-4F8D-A935-2289A5CA35C2}" srcOrd="1" destOrd="0" presId="urn:microsoft.com/office/officeart/2008/layout/LinedList"/>
    <dgm:cxn modelId="{7E3BB986-C380-4F8D-B954-D5D3289AEAE3}" type="presParOf" srcId="{15B4C29F-1E4B-4543-AC3F-02E45F4F1E85}" destId="{60028255-4793-4A2C-BC07-A4F4E488DB67}" srcOrd="16" destOrd="0" presId="urn:microsoft.com/office/officeart/2008/layout/LinedList"/>
    <dgm:cxn modelId="{A98AA35A-4D76-4851-AA09-EFFF383CF01C}" type="presParOf" srcId="{15B4C29F-1E4B-4543-AC3F-02E45F4F1E85}" destId="{7257F4CA-00F8-4178-990A-420110F55644}" srcOrd="17" destOrd="0" presId="urn:microsoft.com/office/officeart/2008/layout/LinedList"/>
    <dgm:cxn modelId="{8179E852-A0B1-4CFB-8E5A-0D212C7313AA}" type="presParOf" srcId="{7257F4CA-00F8-4178-990A-420110F55644}" destId="{33400A15-FC18-4618-AF8C-DD1B39B9612F}" srcOrd="0" destOrd="0" presId="urn:microsoft.com/office/officeart/2008/layout/LinedList"/>
    <dgm:cxn modelId="{972B2461-DAE3-4C3D-B7A6-96FC31D7EC8A}" type="presParOf" srcId="{7257F4CA-00F8-4178-990A-420110F55644}" destId="{6E2466E5-CD47-44BB-BDFE-A2FE604AA1C6}" srcOrd="1" destOrd="0" presId="urn:microsoft.com/office/officeart/2008/layout/LinedList"/>
    <dgm:cxn modelId="{CF8405A7-FADD-4640-8E4D-81279E761832}" type="presParOf" srcId="{15B4C29F-1E4B-4543-AC3F-02E45F4F1E85}" destId="{FEBECAEC-FEE2-4427-897B-2B4CD76AC297}" srcOrd="18" destOrd="0" presId="urn:microsoft.com/office/officeart/2008/layout/LinedList"/>
    <dgm:cxn modelId="{99548D52-76EC-4CC8-B149-A9953407E243}" type="presParOf" srcId="{15B4C29F-1E4B-4543-AC3F-02E45F4F1E85}" destId="{6642861B-388F-4609-A253-A8DB3682FA0F}" srcOrd="19" destOrd="0" presId="urn:microsoft.com/office/officeart/2008/layout/LinedList"/>
    <dgm:cxn modelId="{6126FFB1-6FB9-4159-850C-F0AB8D26A1B7}" type="presParOf" srcId="{6642861B-388F-4609-A253-A8DB3682FA0F}" destId="{E65AC2C4-B471-4AAB-8B8E-6B3A6394CEAF}" srcOrd="0" destOrd="0" presId="urn:microsoft.com/office/officeart/2008/layout/LinedList"/>
    <dgm:cxn modelId="{42FD61FE-7BBD-408C-B3F5-A1333520DFE2}" type="presParOf" srcId="{6642861B-388F-4609-A253-A8DB3682FA0F}" destId="{D0E15494-5341-4F16-A961-1CA630B563B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A8B23B-3821-4B0D-A553-25754044CF5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514B882-215A-4762-A382-CCBAB26CEAE0}">
      <dgm:prSet/>
      <dgm:spPr/>
      <dgm:t>
        <a:bodyPr/>
        <a:lstStyle/>
        <a:p>
          <a:r>
            <a:rPr lang="en-US"/>
            <a:t>Is the information domain analysis complete, consistent, and accurate?</a:t>
          </a:r>
        </a:p>
      </dgm:t>
    </dgm:pt>
    <dgm:pt modelId="{A44D162D-B541-4185-97F5-8B23A393C8C5}" type="parTrans" cxnId="{3FF79FF7-1F3C-439F-B94F-C0B16D3BD35B}">
      <dgm:prSet/>
      <dgm:spPr/>
      <dgm:t>
        <a:bodyPr/>
        <a:lstStyle/>
        <a:p>
          <a:endParaRPr lang="en-US"/>
        </a:p>
      </dgm:t>
    </dgm:pt>
    <dgm:pt modelId="{B0EAE24E-07DB-412F-922A-F96A521D6903}" type="sibTrans" cxnId="{3FF79FF7-1F3C-439F-B94F-C0B16D3BD35B}">
      <dgm:prSet/>
      <dgm:spPr/>
      <dgm:t>
        <a:bodyPr/>
        <a:lstStyle/>
        <a:p>
          <a:endParaRPr lang="en-US"/>
        </a:p>
      </dgm:t>
    </dgm:pt>
    <dgm:pt modelId="{864475E3-1A81-40B4-8913-A2D834D3EA22}">
      <dgm:prSet/>
      <dgm:spPr/>
      <dgm:t>
        <a:bodyPr/>
        <a:lstStyle/>
        <a:p>
          <a:r>
            <a:rPr lang="en-US"/>
            <a:t>Is problem partitioning complete?</a:t>
          </a:r>
        </a:p>
      </dgm:t>
    </dgm:pt>
    <dgm:pt modelId="{88FD1346-8A40-486A-BABD-64C7E8629043}" type="parTrans" cxnId="{29A7892D-6141-41C3-9001-A8C66C95A3E3}">
      <dgm:prSet/>
      <dgm:spPr/>
      <dgm:t>
        <a:bodyPr/>
        <a:lstStyle/>
        <a:p>
          <a:endParaRPr lang="en-US"/>
        </a:p>
      </dgm:t>
    </dgm:pt>
    <dgm:pt modelId="{9CA3946F-39AB-4266-AE61-B0CB8E9B8964}" type="sibTrans" cxnId="{29A7892D-6141-41C3-9001-A8C66C95A3E3}">
      <dgm:prSet/>
      <dgm:spPr/>
      <dgm:t>
        <a:bodyPr/>
        <a:lstStyle/>
        <a:p>
          <a:endParaRPr lang="en-US"/>
        </a:p>
      </dgm:t>
    </dgm:pt>
    <dgm:pt modelId="{D6F6FA1B-FA32-4F97-B0D0-4B01E7C6B0EF}">
      <dgm:prSet/>
      <dgm:spPr/>
      <dgm:t>
        <a:bodyPr/>
        <a:lstStyle/>
        <a:p>
          <a:r>
            <a:rPr lang="en-US"/>
            <a:t>Are external and internal interfaces properly defined?</a:t>
          </a:r>
        </a:p>
      </dgm:t>
    </dgm:pt>
    <dgm:pt modelId="{E46AD566-0E19-4D82-A62A-C0B7464D8948}" type="parTrans" cxnId="{5C932E9E-1CA8-4D78-BC55-6909F639FE50}">
      <dgm:prSet/>
      <dgm:spPr/>
      <dgm:t>
        <a:bodyPr/>
        <a:lstStyle/>
        <a:p>
          <a:endParaRPr lang="en-US"/>
        </a:p>
      </dgm:t>
    </dgm:pt>
    <dgm:pt modelId="{296EA782-4F9D-4634-AB01-D04A78A4DD9E}" type="sibTrans" cxnId="{5C932E9E-1CA8-4D78-BC55-6909F639FE50}">
      <dgm:prSet/>
      <dgm:spPr/>
      <dgm:t>
        <a:bodyPr/>
        <a:lstStyle/>
        <a:p>
          <a:endParaRPr lang="en-US"/>
        </a:p>
      </dgm:t>
    </dgm:pt>
    <dgm:pt modelId="{33E050FA-2E56-42A9-8C86-C950D2766274}">
      <dgm:prSet/>
      <dgm:spPr/>
      <dgm:t>
        <a:bodyPr/>
        <a:lstStyle/>
        <a:p>
          <a:r>
            <a:rPr lang="en-US"/>
            <a:t>Are all requirements traceable to the system level?</a:t>
          </a:r>
        </a:p>
      </dgm:t>
    </dgm:pt>
    <dgm:pt modelId="{3C316FF9-9DC3-41F3-8248-1C90C67E4026}" type="parTrans" cxnId="{B841B32D-FAC2-4ACF-AD9B-F299F5FE8812}">
      <dgm:prSet/>
      <dgm:spPr/>
      <dgm:t>
        <a:bodyPr/>
        <a:lstStyle/>
        <a:p>
          <a:endParaRPr lang="en-US"/>
        </a:p>
      </dgm:t>
    </dgm:pt>
    <dgm:pt modelId="{2D158C3E-4696-4E40-86D1-DEE8DC9C2387}" type="sibTrans" cxnId="{B841B32D-FAC2-4ACF-AD9B-F299F5FE8812}">
      <dgm:prSet/>
      <dgm:spPr/>
      <dgm:t>
        <a:bodyPr/>
        <a:lstStyle/>
        <a:p>
          <a:endParaRPr lang="en-US"/>
        </a:p>
      </dgm:t>
    </dgm:pt>
    <dgm:pt modelId="{97B049C3-D868-4063-8EFF-79AA1623D038}">
      <dgm:prSet/>
      <dgm:spPr/>
      <dgm:t>
        <a:bodyPr/>
        <a:lstStyle/>
        <a:p>
          <a:r>
            <a:rPr lang="en-US"/>
            <a:t>Is prototyping conducted for the customer?</a:t>
          </a:r>
        </a:p>
      </dgm:t>
    </dgm:pt>
    <dgm:pt modelId="{7E4BE0DA-7A0C-4654-9C26-246271431A08}" type="parTrans" cxnId="{0E7B036E-727D-48AD-8EBB-131FED5A4CF9}">
      <dgm:prSet/>
      <dgm:spPr/>
      <dgm:t>
        <a:bodyPr/>
        <a:lstStyle/>
        <a:p>
          <a:endParaRPr lang="en-US"/>
        </a:p>
      </dgm:t>
    </dgm:pt>
    <dgm:pt modelId="{1C1E9790-2D2F-414F-9197-8049E2EB05D4}" type="sibTrans" cxnId="{0E7B036E-727D-48AD-8EBB-131FED5A4CF9}">
      <dgm:prSet/>
      <dgm:spPr/>
      <dgm:t>
        <a:bodyPr/>
        <a:lstStyle/>
        <a:p>
          <a:endParaRPr lang="en-US"/>
        </a:p>
      </dgm:t>
    </dgm:pt>
    <dgm:pt modelId="{BAE064A3-E49D-42B5-9A12-97C35251D4D6}">
      <dgm:prSet/>
      <dgm:spPr/>
      <dgm:t>
        <a:bodyPr/>
        <a:lstStyle/>
        <a:p>
          <a:r>
            <a:rPr lang="en-US"/>
            <a:t>Is performance achievable with constraints imposed by other system elements?</a:t>
          </a:r>
        </a:p>
      </dgm:t>
    </dgm:pt>
    <dgm:pt modelId="{918BEE32-C081-4C88-9B2D-3FE9369608F0}" type="parTrans" cxnId="{EF5679D8-3D63-4E7F-BC8F-C99EF7212A83}">
      <dgm:prSet/>
      <dgm:spPr/>
      <dgm:t>
        <a:bodyPr/>
        <a:lstStyle/>
        <a:p>
          <a:endParaRPr lang="en-US"/>
        </a:p>
      </dgm:t>
    </dgm:pt>
    <dgm:pt modelId="{17CDFEEE-7DD8-4932-88DD-A8393A24EF47}" type="sibTrans" cxnId="{EF5679D8-3D63-4E7F-BC8F-C99EF7212A83}">
      <dgm:prSet/>
      <dgm:spPr/>
      <dgm:t>
        <a:bodyPr/>
        <a:lstStyle/>
        <a:p>
          <a:endParaRPr lang="en-US"/>
        </a:p>
      </dgm:t>
    </dgm:pt>
    <dgm:pt modelId="{A1C772E9-9059-4FB2-92A6-010ECF0BB980}">
      <dgm:prSet/>
      <dgm:spPr/>
      <dgm:t>
        <a:bodyPr/>
        <a:lstStyle/>
        <a:p>
          <a:r>
            <a:rPr lang="en-US"/>
            <a:t>Are requirements consistent with schedule, resources, and budget?</a:t>
          </a:r>
        </a:p>
      </dgm:t>
    </dgm:pt>
    <dgm:pt modelId="{6743A3F2-7909-4F5C-9CF9-A04091CC456E}" type="parTrans" cxnId="{ACFFA526-0085-475E-9E07-08BC0DB97DC8}">
      <dgm:prSet/>
      <dgm:spPr/>
      <dgm:t>
        <a:bodyPr/>
        <a:lstStyle/>
        <a:p>
          <a:endParaRPr lang="en-US"/>
        </a:p>
      </dgm:t>
    </dgm:pt>
    <dgm:pt modelId="{22010D07-E190-44CA-BCD2-6C0474F91B22}" type="sibTrans" cxnId="{ACFFA526-0085-475E-9E07-08BC0DB97DC8}">
      <dgm:prSet/>
      <dgm:spPr/>
      <dgm:t>
        <a:bodyPr/>
        <a:lstStyle/>
        <a:p>
          <a:endParaRPr lang="en-US"/>
        </a:p>
      </dgm:t>
    </dgm:pt>
    <dgm:pt modelId="{FE97526F-4D42-49C2-A1D8-A16987ED1B5E}">
      <dgm:prSet/>
      <dgm:spPr/>
      <dgm:t>
        <a:bodyPr/>
        <a:lstStyle/>
        <a:p>
          <a:r>
            <a:rPr lang="en-US"/>
            <a:t>Are validation criteria complete?</a:t>
          </a:r>
        </a:p>
      </dgm:t>
    </dgm:pt>
    <dgm:pt modelId="{93CD3172-F13B-40C0-837B-57F3B0AF2E81}" type="parTrans" cxnId="{A1B0BF87-BE44-43D1-B3F7-FD2902A2F0DC}">
      <dgm:prSet/>
      <dgm:spPr/>
      <dgm:t>
        <a:bodyPr/>
        <a:lstStyle/>
        <a:p>
          <a:endParaRPr lang="en-US"/>
        </a:p>
      </dgm:t>
    </dgm:pt>
    <dgm:pt modelId="{E69D321F-1DA5-4288-A044-E5A77812668B}" type="sibTrans" cxnId="{A1B0BF87-BE44-43D1-B3F7-FD2902A2F0DC}">
      <dgm:prSet/>
      <dgm:spPr/>
      <dgm:t>
        <a:bodyPr/>
        <a:lstStyle/>
        <a:p>
          <a:endParaRPr lang="en-US"/>
        </a:p>
      </dgm:t>
    </dgm:pt>
    <dgm:pt modelId="{BC28F1A6-ACA6-40C3-884D-7DBE3F9719BA}" type="pres">
      <dgm:prSet presAssocID="{F4A8B23B-3821-4B0D-A553-25754044CF5B}" presName="linear" presStyleCnt="0">
        <dgm:presLayoutVars>
          <dgm:animLvl val="lvl"/>
          <dgm:resizeHandles val="exact"/>
        </dgm:presLayoutVars>
      </dgm:prSet>
      <dgm:spPr/>
    </dgm:pt>
    <dgm:pt modelId="{FF090BFD-7561-44E7-AE5E-1F6E827E6EC1}" type="pres">
      <dgm:prSet presAssocID="{F514B882-215A-4762-A382-CCBAB26CEAE0}" presName="parentText" presStyleLbl="node1" presStyleIdx="0" presStyleCnt="8">
        <dgm:presLayoutVars>
          <dgm:chMax val="0"/>
          <dgm:bulletEnabled val="1"/>
        </dgm:presLayoutVars>
      </dgm:prSet>
      <dgm:spPr/>
    </dgm:pt>
    <dgm:pt modelId="{129D9626-943E-44C7-8F0F-AEEC2894DCA9}" type="pres">
      <dgm:prSet presAssocID="{B0EAE24E-07DB-412F-922A-F96A521D6903}" presName="spacer" presStyleCnt="0"/>
      <dgm:spPr/>
    </dgm:pt>
    <dgm:pt modelId="{6997D22E-A213-4B7B-B206-08B74A81BEA0}" type="pres">
      <dgm:prSet presAssocID="{864475E3-1A81-40B4-8913-A2D834D3EA22}" presName="parentText" presStyleLbl="node1" presStyleIdx="1" presStyleCnt="8">
        <dgm:presLayoutVars>
          <dgm:chMax val="0"/>
          <dgm:bulletEnabled val="1"/>
        </dgm:presLayoutVars>
      </dgm:prSet>
      <dgm:spPr/>
    </dgm:pt>
    <dgm:pt modelId="{B0411DBA-3D1B-447E-B4E9-3E3BCA8720B9}" type="pres">
      <dgm:prSet presAssocID="{9CA3946F-39AB-4266-AE61-B0CB8E9B8964}" presName="spacer" presStyleCnt="0"/>
      <dgm:spPr/>
    </dgm:pt>
    <dgm:pt modelId="{8E860592-9A46-4042-A4A6-A4D5D6AB1D5F}" type="pres">
      <dgm:prSet presAssocID="{D6F6FA1B-FA32-4F97-B0D0-4B01E7C6B0EF}" presName="parentText" presStyleLbl="node1" presStyleIdx="2" presStyleCnt="8">
        <dgm:presLayoutVars>
          <dgm:chMax val="0"/>
          <dgm:bulletEnabled val="1"/>
        </dgm:presLayoutVars>
      </dgm:prSet>
      <dgm:spPr/>
    </dgm:pt>
    <dgm:pt modelId="{D70D90CC-73A1-4C50-8A89-8123A2EE5114}" type="pres">
      <dgm:prSet presAssocID="{296EA782-4F9D-4634-AB01-D04A78A4DD9E}" presName="spacer" presStyleCnt="0"/>
      <dgm:spPr/>
    </dgm:pt>
    <dgm:pt modelId="{8E5D13D5-9B22-4EF4-ABF0-2B780FE51225}" type="pres">
      <dgm:prSet presAssocID="{33E050FA-2E56-42A9-8C86-C950D2766274}" presName="parentText" presStyleLbl="node1" presStyleIdx="3" presStyleCnt="8">
        <dgm:presLayoutVars>
          <dgm:chMax val="0"/>
          <dgm:bulletEnabled val="1"/>
        </dgm:presLayoutVars>
      </dgm:prSet>
      <dgm:spPr/>
    </dgm:pt>
    <dgm:pt modelId="{9DD9F5E2-1D84-40C5-B5C6-BA0298F6E343}" type="pres">
      <dgm:prSet presAssocID="{2D158C3E-4696-4E40-86D1-DEE8DC9C2387}" presName="spacer" presStyleCnt="0"/>
      <dgm:spPr/>
    </dgm:pt>
    <dgm:pt modelId="{61A9A00D-8F82-4B07-9A14-AC955E24D97E}" type="pres">
      <dgm:prSet presAssocID="{97B049C3-D868-4063-8EFF-79AA1623D038}" presName="parentText" presStyleLbl="node1" presStyleIdx="4" presStyleCnt="8">
        <dgm:presLayoutVars>
          <dgm:chMax val="0"/>
          <dgm:bulletEnabled val="1"/>
        </dgm:presLayoutVars>
      </dgm:prSet>
      <dgm:spPr/>
    </dgm:pt>
    <dgm:pt modelId="{B1A667CF-A339-4C58-8222-AFEAF79F11D7}" type="pres">
      <dgm:prSet presAssocID="{1C1E9790-2D2F-414F-9197-8049E2EB05D4}" presName="spacer" presStyleCnt="0"/>
      <dgm:spPr/>
    </dgm:pt>
    <dgm:pt modelId="{C6D777CF-000F-4285-865D-3326A8BA17D4}" type="pres">
      <dgm:prSet presAssocID="{BAE064A3-E49D-42B5-9A12-97C35251D4D6}" presName="parentText" presStyleLbl="node1" presStyleIdx="5" presStyleCnt="8">
        <dgm:presLayoutVars>
          <dgm:chMax val="0"/>
          <dgm:bulletEnabled val="1"/>
        </dgm:presLayoutVars>
      </dgm:prSet>
      <dgm:spPr/>
    </dgm:pt>
    <dgm:pt modelId="{27E66B65-8D93-483A-99EA-FEF202EF6E0C}" type="pres">
      <dgm:prSet presAssocID="{17CDFEEE-7DD8-4932-88DD-A8393A24EF47}" presName="spacer" presStyleCnt="0"/>
      <dgm:spPr/>
    </dgm:pt>
    <dgm:pt modelId="{DF250E85-07B1-424E-8E46-8F937C6AEBC1}" type="pres">
      <dgm:prSet presAssocID="{A1C772E9-9059-4FB2-92A6-010ECF0BB980}" presName="parentText" presStyleLbl="node1" presStyleIdx="6" presStyleCnt="8">
        <dgm:presLayoutVars>
          <dgm:chMax val="0"/>
          <dgm:bulletEnabled val="1"/>
        </dgm:presLayoutVars>
      </dgm:prSet>
      <dgm:spPr/>
    </dgm:pt>
    <dgm:pt modelId="{F19AE742-49AF-49EC-A69C-480BE4038EC8}" type="pres">
      <dgm:prSet presAssocID="{22010D07-E190-44CA-BCD2-6C0474F91B22}" presName="spacer" presStyleCnt="0"/>
      <dgm:spPr/>
    </dgm:pt>
    <dgm:pt modelId="{0321FD08-7FE9-4EF2-8E06-B0B004DABABD}" type="pres">
      <dgm:prSet presAssocID="{FE97526F-4D42-49C2-A1D8-A16987ED1B5E}" presName="parentText" presStyleLbl="node1" presStyleIdx="7" presStyleCnt="8">
        <dgm:presLayoutVars>
          <dgm:chMax val="0"/>
          <dgm:bulletEnabled val="1"/>
        </dgm:presLayoutVars>
      </dgm:prSet>
      <dgm:spPr/>
    </dgm:pt>
  </dgm:ptLst>
  <dgm:cxnLst>
    <dgm:cxn modelId="{1B771A15-790B-4444-BFC6-0BE2BF08B378}" type="presOf" srcId="{D6F6FA1B-FA32-4F97-B0D0-4B01E7C6B0EF}" destId="{8E860592-9A46-4042-A4A6-A4D5D6AB1D5F}" srcOrd="0" destOrd="0" presId="urn:microsoft.com/office/officeart/2005/8/layout/vList2"/>
    <dgm:cxn modelId="{ACFFA526-0085-475E-9E07-08BC0DB97DC8}" srcId="{F4A8B23B-3821-4B0D-A553-25754044CF5B}" destId="{A1C772E9-9059-4FB2-92A6-010ECF0BB980}" srcOrd="6" destOrd="0" parTransId="{6743A3F2-7909-4F5C-9CF9-A04091CC456E}" sibTransId="{22010D07-E190-44CA-BCD2-6C0474F91B22}"/>
    <dgm:cxn modelId="{29A7892D-6141-41C3-9001-A8C66C95A3E3}" srcId="{F4A8B23B-3821-4B0D-A553-25754044CF5B}" destId="{864475E3-1A81-40B4-8913-A2D834D3EA22}" srcOrd="1" destOrd="0" parTransId="{88FD1346-8A40-486A-BABD-64C7E8629043}" sibTransId="{9CA3946F-39AB-4266-AE61-B0CB8E9B8964}"/>
    <dgm:cxn modelId="{B841B32D-FAC2-4ACF-AD9B-F299F5FE8812}" srcId="{F4A8B23B-3821-4B0D-A553-25754044CF5B}" destId="{33E050FA-2E56-42A9-8C86-C950D2766274}" srcOrd="3" destOrd="0" parTransId="{3C316FF9-9DC3-41F3-8248-1C90C67E4026}" sibTransId="{2D158C3E-4696-4E40-86D1-DEE8DC9C2387}"/>
    <dgm:cxn modelId="{C01FD441-C9C3-4262-BDA6-5C2DFEDA6770}" type="presOf" srcId="{F4A8B23B-3821-4B0D-A553-25754044CF5B}" destId="{BC28F1A6-ACA6-40C3-884D-7DBE3F9719BA}" srcOrd="0" destOrd="0" presId="urn:microsoft.com/office/officeart/2005/8/layout/vList2"/>
    <dgm:cxn modelId="{0E7B036E-727D-48AD-8EBB-131FED5A4CF9}" srcId="{F4A8B23B-3821-4B0D-A553-25754044CF5B}" destId="{97B049C3-D868-4063-8EFF-79AA1623D038}" srcOrd="4" destOrd="0" parTransId="{7E4BE0DA-7A0C-4654-9C26-246271431A08}" sibTransId="{1C1E9790-2D2F-414F-9197-8049E2EB05D4}"/>
    <dgm:cxn modelId="{3D730E76-3EF5-42F8-8C7D-319F5A76307D}" type="presOf" srcId="{F514B882-215A-4762-A382-CCBAB26CEAE0}" destId="{FF090BFD-7561-44E7-AE5E-1F6E827E6EC1}" srcOrd="0" destOrd="0" presId="urn:microsoft.com/office/officeart/2005/8/layout/vList2"/>
    <dgm:cxn modelId="{FCE7B756-E9A2-495A-9F34-E91E15D77405}" type="presOf" srcId="{33E050FA-2E56-42A9-8C86-C950D2766274}" destId="{8E5D13D5-9B22-4EF4-ABF0-2B780FE51225}" srcOrd="0" destOrd="0" presId="urn:microsoft.com/office/officeart/2005/8/layout/vList2"/>
    <dgm:cxn modelId="{F85DF284-8628-4A00-AA65-3B876741D800}" type="presOf" srcId="{A1C772E9-9059-4FB2-92A6-010ECF0BB980}" destId="{DF250E85-07B1-424E-8E46-8F937C6AEBC1}" srcOrd="0" destOrd="0" presId="urn:microsoft.com/office/officeart/2005/8/layout/vList2"/>
    <dgm:cxn modelId="{A1B0BF87-BE44-43D1-B3F7-FD2902A2F0DC}" srcId="{F4A8B23B-3821-4B0D-A553-25754044CF5B}" destId="{FE97526F-4D42-49C2-A1D8-A16987ED1B5E}" srcOrd="7" destOrd="0" parTransId="{93CD3172-F13B-40C0-837B-57F3B0AF2E81}" sibTransId="{E69D321F-1DA5-4288-A044-E5A77812668B}"/>
    <dgm:cxn modelId="{F9368C89-2386-4BF7-ABE8-92865D8D8A3F}" type="presOf" srcId="{864475E3-1A81-40B4-8913-A2D834D3EA22}" destId="{6997D22E-A213-4B7B-B206-08B74A81BEA0}" srcOrd="0" destOrd="0" presId="urn:microsoft.com/office/officeart/2005/8/layout/vList2"/>
    <dgm:cxn modelId="{3FCDAE8B-4D71-46EE-94DD-8605F75F486E}" type="presOf" srcId="{FE97526F-4D42-49C2-A1D8-A16987ED1B5E}" destId="{0321FD08-7FE9-4EF2-8E06-B0B004DABABD}" srcOrd="0" destOrd="0" presId="urn:microsoft.com/office/officeart/2005/8/layout/vList2"/>
    <dgm:cxn modelId="{5C932E9E-1CA8-4D78-BC55-6909F639FE50}" srcId="{F4A8B23B-3821-4B0D-A553-25754044CF5B}" destId="{D6F6FA1B-FA32-4F97-B0D0-4B01E7C6B0EF}" srcOrd="2" destOrd="0" parTransId="{E46AD566-0E19-4D82-A62A-C0B7464D8948}" sibTransId="{296EA782-4F9D-4634-AB01-D04A78A4DD9E}"/>
    <dgm:cxn modelId="{E5D72EB5-F2D6-420E-BD7C-C59BDAD985CA}" type="presOf" srcId="{BAE064A3-E49D-42B5-9A12-97C35251D4D6}" destId="{C6D777CF-000F-4285-865D-3326A8BA17D4}" srcOrd="0" destOrd="0" presId="urn:microsoft.com/office/officeart/2005/8/layout/vList2"/>
    <dgm:cxn modelId="{1F33CFB9-E03E-48B3-92FF-8E1600A06E85}" type="presOf" srcId="{97B049C3-D868-4063-8EFF-79AA1623D038}" destId="{61A9A00D-8F82-4B07-9A14-AC955E24D97E}" srcOrd="0" destOrd="0" presId="urn:microsoft.com/office/officeart/2005/8/layout/vList2"/>
    <dgm:cxn modelId="{EF5679D8-3D63-4E7F-BC8F-C99EF7212A83}" srcId="{F4A8B23B-3821-4B0D-A553-25754044CF5B}" destId="{BAE064A3-E49D-42B5-9A12-97C35251D4D6}" srcOrd="5" destOrd="0" parTransId="{918BEE32-C081-4C88-9B2D-3FE9369608F0}" sibTransId="{17CDFEEE-7DD8-4932-88DD-A8393A24EF47}"/>
    <dgm:cxn modelId="{3FF79FF7-1F3C-439F-B94F-C0B16D3BD35B}" srcId="{F4A8B23B-3821-4B0D-A553-25754044CF5B}" destId="{F514B882-215A-4762-A382-CCBAB26CEAE0}" srcOrd="0" destOrd="0" parTransId="{A44D162D-B541-4185-97F5-8B23A393C8C5}" sibTransId="{B0EAE24E-07DB-412F-922A-F96A521D6903}"/>
    <dgm:cxn modelId="{CB9E63BA-56FA-4143-ABF0-72D6E8904633}" type="presParOf" srcId="{BC28F1A6-ACA6-40C3-884D-7DBE3F9719BA}" destId="{FF090BFD-7561-44E7-AE5E-1F6E827E6EC1}" srcOrd="0" destOrd="0" presId="urn:microsoft.com/office/officeart/2005/8/layout/vList2"/>
    <dgm:cxn modelId="{9142797A-09AD-4E75-B401-5E72B46259FC}" type="presParOf" srcId="{BC28F1A6-ACA6-40C3-884D-7DBE3F9719BA}" destId="{129D9626-943E-44C7-8F0F-AEEC2894DCA9}" srcOrd="1" destOrd="0" presId="urn:microsoft.com/office/officeart/2005/8/layout/vList2"/>
    <dgm:cxn modelId="{DE800C80-EAC9-4BE8-AF5B-EF62EA85A2B6}" type="presParOf" srcId="{BC28F1A6-ACA6-40C3-884D-7DBE3F9719BA}" destId="{6997D22E-A213-4B7B-B206-08B74A81BEA0}" srcOrd="2" destOrd="0" presId="urn:microsoft.com/office/officeart/2005/8/layout/vList2"/>
    <dgm:cxn modelId="{A73EA3D1-B644-43CD-B774-E44ECCFA85D9}" type="presParOf" srcId="{BC28F1A6-ACA6-40C3-884D-7DBE3F9719BA}" destId="{B0411DBA-3D1B-447E-B4E9-3E3BCA8720B9}" srcOrd="3" destOrd="0" presId="urn:microsoft.com/office/officeart/2005/8/layout/vList2"/>
    <dgm:cxn modelId="{544FB7DF-8283-4E00-B278-42F66E032969}" type="presParOf" srcId="{BC28F1A6-ACA6-40C3-884D-7DBE3F9719BA}" destId="{8E860592-9A46-4042-A4A6-A4D5D6AB1D5F}" srcOrd="4" destOrd="0" presId="urn:microsoft.com/office/officeart/2005/8/layout/vList2"/>
    <dgm:cxn modelId="{28577E16-B047-49A8-AF86-372C5C181BEE}" type="presParOf" srcId="{BC28F1A6-ACA6-40C3-884D-7DBE3F9719BA}" destId="{D70D90CC-73A1-4C50-8A89-8123A2EE5114}" srcOrd="5" destOrd="0" presId="urn:microsoft.com/office/officeart/2005/8/layout/vList2"/>
    <dgm:cxn modelId="{B4ECD3C4-2005-4545-B764-7657AC3B331C}" type="presParOf" srcId="{BC28F1A6-ACA6-40C3-884D-7DBE3F9719BA}" destId="{8E5D13D5-9B22-4EF4-ABF0-2B780FE51225}" srcOrd="6" destOrd="0" presId="urn:microsoft.com/office/officeart/2005/8/layout/vList2"/>
    <dgm:cxn modelId="{A7BC5F62-9F4D-4765-8CF8-0845D23A435D}" type="presParOf" srcId="{BC28F1A6-ACA6-40C3-884D-7DBE3F9719BA}" destId="{9DD9F5E2-1D84-40C5-B5C6-BA0298F6E343}" srcOrd="7" destOrd="0" presId="urn:microsoft.com/office/officeart/2005/8/layout/vList2"/>
    <dgm:cxn modelId="{00C5A9D7-43DD-4BC7-A55A-6A04F3DCB15F}" type="presParOf" srcId="{BC28F1A6-ACA6-40C3-884D-7DBE3F9719BA}" destId="{61A9A00D-8F82-4B07-9A14-AC955E24D97E}" srcOrd="8" destOrd="0" presId="urn:microsoft.com/office/officeart/2005/8/layout/vList2"/>
    <dgm:cxn modelId="{130445EB-2034-4523-883D-CE86DB827C0C}" type="presParOf" srcId="{BC28F1A6-ACA6-40C3-884D-7DBE3F9719BA}" destId="{B1A667CF-A339-4C58-8222-AFEAF79F11D7}" srcOrd="9" destOrd="0" presId="urn:microsoft.com/office/officeart/2005/8/layout/vList2"/>
    <dgm:cxn modelId="{2EC1CBA0-3F9D-43BD-BC4C-28303493E64F}" type="presParOf" srcId="{BC28F1A6-ACA6-40C3-884D-7DBE3F9719BA}" destId="{C6D777CF-000F-4285-865D-3326A8BA17D4}" srcOrd="10" destOrd="0" presId="urn:microsoft.com/office/officeart/2005/8/layout/vList2"/>
    <dgm:cxn modelId="{8C60FEEA-9209-4798-B0D0-6ECD91856831}" type="presParOf" srcId="{BC28F1A6-ACA6-40C3-884D-7DBE3F9719BA}" destId="{27E66B65-8D93-483A-99EA-FEF202EF6E0C}" srcOrd="11" destOrd="0" presId="urn:microsoft.com/office/officeart/2005/8/layout/vList2"/>
    <dgm:cxn modelId="{79253D4B-5012-41CA-8082-04DD8A2EE9B2}" type="presParOf" srcId="{BC28F1A6-ACA6-40C3-884D-7DBE3F9719BA}" destId="{DF250E85-07B1-424E-8E46-8F937C6AEBC1}" srcOrd="12" destOrd="0" presId="urn:microsoft.com/office/officeart/2005/8/layout/vList2"/>
    <dgm:cxn modelId="{5E62C157-2C60-44D4-904A-1333E7BE5608}" type="presParOf" srcId="{BC28F1A6-ACA6-40C3-884D-7DBE3F9719BA}" destId="{F19AE742-49AF-49EC-A69C-480BE4038EC8}" srcOrd="13" destOrd="0" presId="urn:microsoft.com/office/officeart/2005/8/layout/vList2"/>
    <dgm:cxn modelId="{A2CDCD81-CCC4-444B-B109-C9AD5E12A660}" type="presParOf" srcId="{BC28F1A6-ACA6-40C3-884D-7DBE3F9719BA}" destId="{0321FD08-7FE9-4EF2-8E06-B0B004DABABD}"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B5D6B1-35C1-4F11-B6E7-8FC57834FE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27D599-E16E-4E7A-9B28-92F808D13DC9}">
      <dgm:prSet/>
      <dgm:spPr/>
      <dgm:t>
        <a:bodyPr/>
        <a:lstStyle/>
        <a:p>
          <a:r>
            <a:rPr lang="en-US"/>
            <a:t>Are software requirements reflected in the software architecture?</a:t>
          </a:r>
        </a:p>
      </dgm:t>
    </dgm:pt>
    <dgm:pt modelId="{E82F6456-79F9-46A3-9F36-D641BA82751E}" type="parTrans" cxnId="{1C2D9489-9ADB-4E37-A18B-F6D2D98E3364}">
      <dgm:prSet/>
      <dgm:spPr/>
      <dgm:t>
        <a:bodyPr/>
        <a:lstStyle/>
        <a:p>
          <a:endParaRPr lang="en-US"/>
        </a:p>
      </dgm:t>
    </dgm:pt>
    <dgm:pt modelId="{C38E6569-625B-4517-8657-CCACC8EEDDFA}" type="sibTrans" cxnId="{1C2D9489-9ADB-4E37-A18B-F6D2D98E3364}">
      <dgm:prSet/>
      <dgm:spPr/>
      <dgm:t>
        <a:bodyPr/>
        <a:lstStyle/>
        <a:p>
          <a:endParaRPr lang="en-US"/>
        </a:p>
      </dgm:t>
    </dgm:pt>
    <dgm:pt modelId="{4A7C437C-01E3-4665-82ED-B39745DCCD95}">
      <dgm:prSet/>
      <dgm:spPr/>
      <dgm:t>
        <a:bodyPr/>
        <a:lstStyle/>
        <a:p>
          <a:r>
            <a:rPr lang="en-US"/>
            <a:t>Is effective modularity achieved?  Are modules functionally independent?</a:t>
          </a:r>
        </a:p>
      </dgm:t>
    </dgm:pt>
    <dgm:pt modelId="{4FD1C298-89D0-4B0F-A258-97A725115887}" type="parTrans" cxnId="{B69A28A1-304A-444B-A451-C401498611D8}">
      <dgm:prSet/>
      <dgm:spPr/>
      <dgm:t>
        <a:bodyPr/>
        <a:lstStyle/>
        <a:p>
          <a:endParaRPr lang="en-US"/>
        </a:p>
      </dgm:t>
    </dgm:pt>
    <dgm:pt modelId="{FBBB6E79-9708-4110-B67C-E71C8155ED06}" type="sibTrans" cxnId="{B69A28A1-304A-444B-A451-C401498611D8}">
      <dgm:prSet/>
      <dgm:spPr/>
      <dgm:t>
        <a:bodyPr/>
        <a:lstStyle/>
        <a:p>
          <a:endParaRPr lang="en-US"/>
        </a:p>
      </dgm:t>
    </dgm:pt>
    <dgm:pt modelId="{AA80285B-E6A5-47CD-99F9-FAD312499EDE}">
      <dgm:prSet/>
      <dgm:spPr/>
      <dgm:t>
        <a:bodyPr/>
        <a:lstStyle/>
        <a:p>
          <a:r>
            <a:rPr lang="en-US"/>
            <a:t>Is program architecture factored?</a:t>
          </a:r>
        </a:p>
      </dgm:t>
    </dgm:pt>
    <dgm:pt modelId="{545C101F-1167-4E76-ACCF-0C29412FFA96}" type="parTrans" cxnId="{2FC8F2F8-C86D-4652-A774-946E2532400E}">
      <dgm:prSet/>
      <dgm:spPr/>
      <dgm:t>
        <a:bodyPr/>
        <a:lstStyle/>
        <a:p>
          <a:endParaRPr lang="en-US"/>
        </a:p>
      </dgm:t>
    </dgm:pt>
    <dgm:pt modelId="{FC8C11B2-5B60-40C9-A48B-E552EF4EFAC7}" type="sibTrans" cxnId="{2FC8F2F8-C86D-4652-A774-946E2532400E}">
      <dgm:prSet/>
      <dgm:spPr/>
      <dgm:t>
        <a:bodyPr/>
        <a:lstStyle/>
        <a:p>
          <a:endParaRPr lang="en-US"/>
        </a:p>
      </dgm:t>
    </dgm:pt>
    <dgm:pt modelId="{04F0ADC2-145F-4BCC-804D-3D7D399A8B1C}">
      <dgm:prSet/>
      <dgm:spPr/>
      <dgm:t>
        <a:bodyPr/>
        <a:lstStyle/>
        <a:p>
          <a:r>
            <a:rPr lang="en-US" dirty="0"/>
            <a:t>Are interfaces defined for modules and external system elements?</a:t>
          </a:r>
        </a:p>
      </dgm:t>
    </dgm:pt>
    <dgm:pt modelId="{75681542-92A5-49F1-992D-8D3498E66EF0}" type="parTrans" cxnId="{9A2B59B9-877A-4D97-B076-2F52512C2643}">
      <dgm:prSet/>
      <dgm:spPr/>
      <dgm:t>
        <a:bodyPr/>
        <a:lstStyle/>
        <a:p>
          <a:endParaRPr lang="en-US"/>
        </a:p>
      </dgm:t>
    </dgm:pt>
    <dgm:pt modelId="{5C80E184-6423-4596-9802-369321E6B7B0}" type="sibTrans" cxnId="{9A2B59B9-877A-4D97-B076-2F52512C2643}">
      <dgm:prSet/>
      <dgm:spPr/>
      <dgm:t>
        <a:bodyPr/>
        <a:lstStyle/>
        <a:p>
          <a:endParaRPr lang="en-US"/>
        </a:p>
      </dgm:t>
    </dgm:pt>
    <dgm:pt modelId="{4035FA7A-5DB8-4D9F-A03E-307B70CE8414}">
      <dgm:prSet/>
      <dgm:spPr/>
      <dgm:t>
        <a:bodyPr/>
        <a:lstStyle/>
        <a:p>
          <a:r>
            <a:rPr lang="en-US"/>
            <a:t>Is data structure consistent with software requirements?</a:t>
          </a:r>
        </a:p>
      </dgm:t>
    </dgm:pt>
    <dgm:pt modelId="{5A7CB4BB-DE6B-43F0-82AB-C96896376951}" type="parTrans" cxnId="{D548B7F8-5945-4D24-9EB0-BDCA276CC58A}">
      <dgm:prSet/>
      <dgm:spPr/>
      <dgm:t>
        <a:bodyPr/>
        <a:lstStyle/>
        <a:p>
          <a:endParaRPr lang="en-US"/>
        </a:p>
      </dgm:t>
    </dgm:pt>
    <dgm:pt modelId="{915BABAE-83AB-442A-89CD-AA4753F17EE0}" type="sibTrans" cxnId="{D548B7F8-5945-4D24-9EB0-BDCA276CC58A}">
      <dgm:prSet/>
      <dgm:spPr/>
      <dgm:t>
        <a:bodyPr/>
        <a:lstStyle/>
        <a:p>
          <a:endParaRPr lang="en-US"/>
        </a:p>
      </dgm:t>
    </dgm:pt>
    <dgm:pt modelId="{B4428F10-5A5A-4C2F-B007-870F4A0F1C3A}">
      <dgm:prSet/>
      <dgm:spPr/>
      <dgm:t>
        <a:bodyPr/>
        <a:lstStyle/>
        <a:p>
          <a:r>
            <a:rPr lang="en-US"/>
            <a:t>Has maintainability been considered?</a:t>
          </a:r>
        </a:p>
      </dgm:t>
    </dgm:pt>
    <dgm:pt modelId="{A8BDF7D9-2CF0-4820-80B2-8FCF6B1DF23A}" type="parTrans" cxnId="{AACD1106-599A-4B56-960A-36DBD30FECB0}">
      <dgm:prSet/>
      <dgm:spPr/>
      <dgm:t>
        <a:bodyPr/>
        <a:lstStyle/>
        <a:p>
          <a:endParaRPr lang="en-US"/>
        </a:p>
      </dgm:t>
    </dgm:pt>
    <dgm:pt modelId="{99D5CA8E-524E-411C-BCAC-40088B5C6000}" type="sibTrans" cxnId="{AACD1106-599A-4B56-960A-36DBD30FECB0}">
      <dgm:prSet/>
      <dgm:spPr/>
      <dgm:t>
        <a:bodyPr/>
        <a:lstStyle/>
        <a:p>
          <a:endParaRPr lang="en-US"/>
        </a:p>
      </dgm:t>
    </dgm:pt>
    <dgm:pt modelId="{0A29730A-7938-41C1-9E79-57E9F233AC89}" type="pres">
      <dgm:prSet presAssocID="{41B5D6B1-35C1-4F11-B6E7-8FC57834FE53}" presName="linear" presStyleCnt="0">
        <dgm:presLayoutVars>
          <dgm:animLvl val="lvl"/>
          <dgm:resizeHandles val="exact"/>
        </dgm:presLayoutVars>
      </dgm:prSet>
      <dgm:spPr/>
    </dgm:pt>
    <dgm:pt modelId="{3A51F58E-1BF1-4C15-B2E7-80EA5CDDC418}" type="pres">
      <dgm:prSet presAssocID="{4227D599-E16E-4E7A-9B28-92F808D13DC9}" presName="parentText" presStyleLbl="node1" presStyleIdx="0" presStyleCnt="6">
        <dgm:presLayoutVars>
          <dgm:chMax val="0"/>
          <dgm:bulletEnabled val="1"/>
        </dgm:presLayoutVars>
      </dgm:prSet>
      <dgm:spPr/>
    </dgm:pt>
    <dgm:pt modelId="{013980FB-89CA-4B15-8846-B46D4FFC981A}" type="pres">
      <dgm:prSet presAssocID="{C38E6569-625B-4517-8657-CCACC8EEDDFA}" presName="spacer" presStyleCnt="0"/>
      <dgm:spPr/>
    </dgm:pt>
    <dgm:pt modelId="{31442669-3FCF-4346-8A8F-D84A91E5522B}" type="pres">
      <dgm:prSet presAssocID="{4A7C437C-01E3-4665-82ED-B39745DCCD95}" presName="parentText" presStyleLbl="node1" presStyleIdx="1" presStyleCnt="6">
        <dgm:presLayoutVars>
          <dgm:chMax val="0"/>
          <dgm:bulletEnabled val="1"/>
        </dgm:presLayoutVars>
      </dgm:prSet>
      <dgm:spPr/>
    </dgm:pt>
    <dgm:pt modelId="{2E5EB8F8-9767-481E-994F-22A601FFC809}" type="pres">
      <dgm:prSet presAssocID="{FBBB6E79-9708-4110-B67C-E71C8155ED06}" presName="spacer" presStyleCnt="0"/>
      <dgm:spPr/>
    </dgm:pt>
    <dgm:pt modelId="{7E243795-FE4E-4D82-A45A-DD2C5BE517DB}" type="pres">
      <dgm:prSet presAssocID="{AA80285B-E6A5-47CD-99F9-FAD312499EDE}" presName="parentText" presStyleLbl="node1" presStyleIdx="2" presStyleCnt="6">
        <dgm:presLayoutVars>
          <dgm:chMax val="0"/>
          <dgm:bulletEnabled val="1"/>
        </dgm:presLayoutVars>
      </dgm:prSet>
      <dgm:spPr/>
    </dgm:pt>
    <dgm:pt modelId="{B612B7D7-5281-4DEB-A5C2-55FBC58299B0}" type="pres">
      <dgm:prSet presAssocID="{FC8C11B2-5B60-40C9-A48B-E552EF4EFAC7}" presName="spacer" presStyleCnt="0"/>
      <dgm:spPr/>
    </dgm:pt>
    <dgm:pt modelId="{A6EC17B7-7B0D-4C5D-9F33-DE0D7D49C17F}" type="pres">
      <dgm:prSet presAssocID="{04F0ADC2-145F-4BCC-804D-3D7D399A8B1C}" presName="parentText" presStyleLbl="node1" presStyleIdx="3" presStyleCnt="6">
        <dgm:presLayoutVars>
          <dgm:chMax val="0"/>
          <dgm:bulletEnabled val="1"/>
        </dgm:presLayoutVars>
      </dgm:prSet>
      <dgm:spPr/>
    </dgm:pt>
    <dgm:pt modelId="{18932A26-B2AA-4F85-8F89-4E79AD730423}" type="pres">
      <dgm:prSet presAssocID="{5C80E184-6423-4596-9802-369321E6B7B0}" presName="spacer" presStyleCnt="0"/>
      <dgm:spPr/>
    </dgm:pt>
    <dgm:pt modelId="{48DA066E-C406-4055-9CF3-29764E086A18}" type="pres">
      <dgm:prSet presAssocID="{4035FA7A-5DB8-4D9F-A03E-307B70CE8414}" presName="parentText" presStyleLbl="node1" presStyleIdx="4" presStyleCnt="6">
        <dgm:presLayoutVars>
          <dgm:chMax val="0"/>
          <dgm:bulletEnabled val="1"/>
        </dgm:presLayoutVars>
      </dgm:prSet>
      <dgm:spPr/>
    </dgm:pt>
    <dgm:pt modelId="{ABCA8B7C-2C08-43A0-92BD-7A276D6CDDB4}" type="pres">
      <dgm:prSet presAssocID="{915BABAE-83AB-442A-89CD-AA4753F17EE0}" presName="spacer" presStyleCnt="0"/>
      <dgm:spPr/>
    </dgm:pt>
    <dgm:pt modelId="{27A01464-E0C5-496B-AE9E-DB58982DE37D}" type="pres">
      <dgm:prSet presAssocID="{B4428F10-5A5A-4C2F-B007-870F4A0F1C3A}" presName="parentText" presStyleLbl="node1" presStyleIdx="5" presStyleCnt="6">
        <dgm:presLayoutVars>
          <dgm:chMax val="0"/>
          <dgm:bulletEnabled val="1"/>
        </dgm:presLayoutVars>
      </dgm:prSet>
      <dgm:spPr/>
    </dgm:pt>
  </dgm:ptLst>
  <dgm:cxnLst>
    <dgm:cxn modelId="{AACD1106-599A-4B56-960A-36DBD30FECB0}" srcId="{41B5D6B1-35C1-4F11-B6E7-8FC57834FE53}" destId="{B4428F10-5A5A-4C2F-B007-870F4A0F1C3A}" srcOrd="5" destOrd="0" parTransId="{A8BDF7D9-2CF0-4820-80B2-8FCF6B1DF23A}" sibTransId="{99D5CA8E-524E-411C-BCAC-40088B5C6000}"/>
    <dgm:cxn modelId="{28311D20-6EDB-415E-98D2-77455D816A6B}" type="presOf" srcId="{4A7C437C-01E3-4665-82ED-B39745DCCD95}" destId="{31442669-3FCF-4346-8A8F-D84A91E5522B}" srcOrd="0" destOrd="0" presId="urn:microsoft.com/office/officeart/2005/8/layout/vList2"/>
    <dgm:cxn modelId="{349FC685-7ABD-4333-B9A6-DB8093521219}" type="presOf" srcId="{4227D599-E16E-4E7A-9B28-92F808D13DC9}" destId="{3A51F58E-1BF1-4C15-B2E7-80EA5CDDC418}" srcOrd="0" destOrd="0" presId="urn:microsoft.com/office/officeart/2005/8/layout/vList2"/>
    <dgm:cxn modelId="{1C2D9489-9ADB-4E37-A18B-F6D2D98E3364}" srcId="{41B5D6B1-35C1-4F11-B6E7-8FC57834FE53}" destId="{4227D599-E16E-4E7A-9B28-92F808D13DC9}" srcOrd="0" destOrd="0" parTransId="{E82F6456-79F9-46A3-9F36-D641BA82751E}" sibTransId="{C38E6569-625B-4517-8657-CCACC8EEDDFA}"/>
    <dgm:cxn modelId="{B69A28A1-304A-444B-A451-C401498611D8}" srcId="{41B5D6B1-35C1-4F11-B6E7-8FC57834FE53}" destId="{4A7C437C-01E3-4665-82ED-B39745DCCD95}" srcOrd="1" destOrd="0" parTransId="{4FD1C298-89D0-4B0F-A258-97A725115887}" sibTransId="{FBBB6E79-9708-4110-B67C-E71C8155ED06}"/>
    <dgm:cxn modelId="{1DB0C1AC-2E7B-4D95-9DA9-7559DEF37B15}" type="presOf" srcId="{4035FA7A-5DB8-4D9F-A03E-307B70CE8414}" destId="{48DA066E-C406-4055-9CF3-29764E086A18}" srcOrd="0" destOrd="0" presId="urn:microsoft.com/office/officeart/2005/8/layout/vList2"/>
    <dgm:cxn modelId="{22E86AB6-8AAD-4DC3-B8CC-1397A8F8A58F}" type="presOf" srcId="{B4428F10-5A5A-4C2F-B007-870F4A0F1C3A}" destId="{27A01464-E0C5-496B-AE9E-DB58982DE37D}" srcOrd="0" destOrd="0" presId="urn:microsoft.com/office/officeart/2005/8/layout/vList2"/>
    <dgm:cxn modelId="{9A2B59B9-877A-4D97-B076-2F52512C2643}" srcId="{41B5D6B1-35C1-4F11-B6E7-8FC57834FE53}" destId="{04F0ADC2-145F-4BCC-804D-3D7D399A8B1C}" srcOrd="3" destOrd="0" parTransId="{75681542-92A5-49F1-992D-8D3498E66EF0}" sibTransId="{5C80E184-6423-4596-9802-369321E6B7B0}"/>
    <dgm:cxn modelId="{4A0334ED-6C44-48DE-BFBF-534349863967}" type="presOf" srcId="{AA80285B-E6A5-47CD-99F9-FAD312499EDE}" destId="{7E243795-FE4E-4D82-A45A-DD2C5BE517DB}" srcOrd="0" destOrd="0" presId="urn:microsoft.com/office/officeart/2005/8/layout/vList2"/>
    <dgm:cxn modelId="{4FCA35F2-1C0E-4B16-B9D5-9315D2A0AFA3}" type="presOf" srcId="{41B5D6B1-35C1-4F11-B6E7-8FC57834FE53}" destId="{0A29730A-7938-41C1-9E79-57E9F233AC89}" srcOrd="0" destOrd="0" presId="urn:microsoft.com/office/officeart/2005/8/layout/vList2"/>
    <dgm:cxn modelId="{4E88E5F6-F823-4646-A351-A8D997A35D4B}" type="presOf" srcId="{04F0ADC2-145F-4BCC-804D-3D7D399A8B1C}" destId="{A6EC17B7-7B0D-4C5D-9F33-DE0D7D49C17F}" srcOrd="0" destOrd="0" presId="urn:microsoft.com/office/officeart/2005/8/layout/vList2"/>
    <dgm:cxn modelId="{D548B7F8-5945-4D24-9EB0-BDCA276CC58A}" srcId="{41B5D6B1-35C1-4F11-B6E7-8FC57834FE53}" destId="{4035FA7A-5DB8-4D9F-A03E-307B70CE8414}" srcOrd="4" destOrd="0" parTransId="{5A7CB4BB-DE6B-43F0-82AB-C96896376951}" sibTransId="{915BABAE-83AB-442A-89CD-AA4753F17EE0}"/>
    <dgm:cxn modelId="{2FC8F2F8-C86D-4652-A774-946E2532400E}" srcId="{41B5D6B1-35C1-4F11-B6E7-8FC57834FE53}" destId="{AA80285B-E6A5-47CD-99F9-FAD312499EDE}" srcOrd="2" destOrd="0" parTransId="{545C101F-1167-4E76-ACCF-0C29412FFA96}" sibTransId="{FC8C11B2-5B60-40C9-A48B-E552EF4EFAC7}"/>
    <dgm:cxn modelId="{ABCFC4DC-878F-434D-B659-E753B5A4AE98}" type="presParOf" srcId="{0A29730A-7938-41C1-9E79-57E9F233AC89}" destId="{3A51F58E-1BF1-4C15-B2E7-80EA5CDDC418}" srcOrd="0" destOrd="0" presId="urn:microsoft.com/office/officeart/2005/8/layout/vList2"/>
    <dgm:cxn modelId="{DF3725B5-89BC-4BBC-AED8-B7204D74E617}" type="presParOf" srcId="{0A29730A-7938-41C1-9E79-57E9F233AC89}" destId="{013980FB-89CA-4B15-8846-B46D4FFC981A}" srcOrd="1" destOrd="0" presId="urn:microsoft.com/office/officeart/2005/8/layout/vList2"/>
    <dgm:cxn modelId="{83EEF0E8-C0FA-46E7-803D-5F305D1252B4}" type="presParOf" srcId="{0A29730A-7938-41C1-9E79-57E9F233AC89}" destId="{31442669-3FCF-4346-8A8F-D84A91E5522B}" srcOrd="2" destOrd="0" presId="urn:microsoft.com/office/officeart/2005/8/layout/vList2"/>
    <dgm:cxn modelId="{16BBA382-0E64-48F2-9908-CE3872FFAB1C}" type="presParOf" srcId="{0A29730A-7938-41C1-9E79-57E9F233AC89}" destId="{2E5EB8F8-9767-481E-994F-22A601FFC809}" srcOrd="3" destOrd="0" presId="urn:microsoft.com/office/officeart/2005/8/layout/vList2"/>
    <dgm:cxn modelId="{CD895324-0E52-4E8F-8251-88957DD53EDC}" type="presParOf" srcId="{0A29730A-7938-41C1-9E79-57E9F233AC89}" destId="{7E243795-FE4E-4D82-A45A-DD2C5BE517DB}" srcOrd="4" destOrd="0" presId="urn:microsoft.com/office/officeart/2005/8/layout/vList2"/>
    <dgm:cxn modelId="{22CEE037-5939-45BB-A744-7F4A6620EC1A}" type="presParOf" srcId="{0A29730A-7938-41C1-9E79-57E9F233AC89}" destId="{B612B7D7-5281-4DEB-A5C2-55FBC58299B0}" srcOrd="5" destOrd="0" presId="urn:microsoft.com/office/officeart/2005/8/layout/vList2"/>
    <dgm:cxn modelId="{A0736FBA-984F-43C6-9496-AC01ED774DD0}" type="presParOf" srcId="{0A29730A-7938-41C1-9E79-57E9F233AC89}" destId="{A6EC17B7-7B0D-4C5D-9F33-DE0D7D49C17F}" srcOrd="6" destOrd="0" presId="urn:microsoft.com/office/officeart/2005/8/layout/vList2"/>
    <dgm:cxn modelId="{4A9E747F-EBE7-4E4F-9E57-902A8DED3EF1}" type="presParOf" srcId="{0A29730A-7938-41C1-9E79-57E9F233AC89}" destId="{18932A26-B2AA-4F85-8F89-4E79AD730423}" srcOrd="7" destOrd="0" presId="urn:microsoft.com/office/officeart/2005/8/layout/vList2"/>
    <dgm:cxn modelId="{700990C4-5889-4376-A0E5-A5189359B52F}" type="presParOf" srcId="{0A29730A-7938-41C1-9E79-57E9F233AC89}" destId="{48DA066E-C406-4055-9CF3-29764E086A18}" srcOrd="8" destOrd="0" presId="urn:microsoft.com/office/officeart/2005/8/layout/vList2"/>
    <dgm:cxn modelId="{DF8BCB12-1901-4AA2-B1B1-631EDEA9DAE9}" type="presParOf" srcId="{0A29730A-7938-41C1-9E79-57E9F233AC89}" destId="{ABCA8B7C-2C08-43A0-92BD-7A276D6CDDB4}" srcOrd="9" destOrd="0" presId="urn:microsoft.com/office/officeart/2005/8/layout/vList2"/>
    <dgm:cxn modelId="{85289699-EA52-43C8-995A-58A0DB7C9C7A}" type="presParOf" srcId="{0A29730A-7938-41C1-9E79-57E9F233AC89}" destId="{27A01464-E0C5-496B-AE9E-DB58982DE37D}"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5DBA150-1608-4DCA-85BA-D8A3FD8DA5D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074E597-8887-4109-AA29-BF509A78D9E2}">
      <dgm:prSet/>
      <dgm:spPr/>
      <dgm:t>
        <a:bodyPr/>
        <a:lstStyle/>
        <a:p>
          <a:r>
            <a:rPr lang="en-US"/>
            <a:t>Does the algorithm accomplish the desired function?</a:t>
          </a:r>
        </a:p>
      </dgm:t>
    </dgm:pt>
    <dgm:pt modelId="{379BDF82-4F33-4399-9B79-BB336AD8DB55}" type="parTrans" cxnId="{37978EC9-4925-47EA-AE0B-C3F0897C5CF9}">
      <dgm:prSet/>
      <dgm:spPr/>
      <dgm:t>
        <a:bodyPr/>
        <a:lstStyle/>
        <a:p>
          <a:endParaRPr lang="en-US"/>
        </a:p>
      </dgm:t>
    </dgm:pt>
    <dgm:pt modelId="{47BDEDB7-F38D-47E0-BBB4-DC0870901552}" type="sibTrans" cxnId="{37978EC9-4925-47EA-AE0B-C3F0897C5CF9}">
      <dgm:prSet/>
      <dgm:spPr/>
      <dgm:t>
        <a:bodyPr/>
        <a:lstStyle/>
        <a:p>
          <a:endParaRPr lang="en-US"/>
        </a:p>
      </dgm:t>
    </dgm:pt>
    <dgm:pt modelId="{6CA3B011-8BD7-458C-B906-AFF855E14D39}">
      <dgm:prSet/>
      <dgm:spPr/>
      <dgm:t>
        <a:bodyPr/>
        <a:lstStyle/>
        <a:p>
          <a:r>
            <a:rPr lang="en-US"/>
            <a:t>Is the algorithm logically correct?</a:t>
          </a:r>
        </a:p>
      </dgm:t>
    </dgm:pt>
    <dgm:pt modelId="{95B9A418-B6D3-4D29-8E41-DF57E76BB705}" type="parTrans" cxnId="{92625B59-04FD-45D8-9299-8205194BCFE9}">
      <dgm:prSet/>
      <dgm:spPr/>
      <dgm:t>
        <a:bodyPr/>
        <a:lstStyle/>
        <a:p>
          <a:endParaRPr lang="en-US"/>
        </a:p>
      </dgm:t>
    </dgm:pt>
    <dgm:pt modelId="{83CA7075-BCC4-4068-B99C-B41031FFE7D3}" type="sibTrans" cxnId="{92625B59-04FD-45D8-9299-8205194BCFE9}">
      <dgm:prSet/>
      <dgm:spPr/>
      <dgm:t>
        <a:bodyPr/>
        <a:lstStyle/>
        <a:p>
          <a:endParaRPr lang="en-US"/>
        </a:p>
      </dgm:t>
    </dgm:pt>
    <dgm:pt modelId="{6FF481D4-02B1-47F6-A9B8-7A8AA3452E2F}">
      <dgm:prSet/>
      <dgm:spPr/>
      <dgm:t>
        <a:bodyPr/>
        <a:lstStyle/>
        <a:p>
          <a:r>
            <a:rPr lang="en-US"/>
            <a:t>Is the interface consistent with architectural design?</a:t>
          </a:r>
        </a:p>
      </dgm:t>
    </dgm:pt>
    <dgm:pt modelId="{A64730AB-A941-49D2-BF6D-1E3A2B94A10D}" type="parTrans" cxnId="{10C22233-7858-4D9D-A10E-996FC2EE5CBA}">
      <dgm:prSet/>
      <dgm:spPr/>
      <dgm:t>
        <a:bodyPr/>
        <a:lstStyle/>
        <a:p>
          <a:endParaRPr lang="en-US"/>
        </a:p>
      </dgm:t>
    </dgm:pt>
    <dgm:pt modelId="{F14D16A3-78E2-46BD-B4A0-B387B78F56CD}" type="sibTrans" cxnId="{10C22233-7858-4D9D-A10E-996FC2EE5CBA}">
      <dgm:prSet/>
      <dgm:spPr/>
      <dgm:t>
        <a:bodyPr/>
        <a:lstStyle/>
        <a:p>
          <a:endParaRPr lang="en-US"/>
        </a:p>
      </dgm:t>
    </dgm:pt>
    <dgm:pt modelId="{B34B03A1-3008-41B8-A707-42579DCDBF29}">
      <dgm:prSet/>
      <dgm:spPr/>
      <dgm:t>
        <a:bodyPr/>
        <a:lstStyle/>
        <a:p>
          <a:r>
            <a:rPr lang="en-US"/>
            <a:t>Is logical complexity reasonable?</a:t>
          </a:r>
        </a:p>
      </dgm:t>
    </dgm:pt>
    <dgm:pt modelId="{0A9C7387-A5AE-4BDD-A492-89DDE992EE1E}" type="parTrans" cxnId="{83A78E60-1D35-4F0C-96B5-CED73CDA65E8}">
      <dgm:prSet/>
      <dgm:spPr/>
      <dgm:t>
        <a:bodyPr/>
        <a:lstStyle/>
        <a:p>
          <a:endParaRPr lang="en-US"/>
        </a:p>
      </dgm:t>
    </dgm:pt>
    <dgm:pt modelId="{CF109C94-BB13-448F-93B0-820AE96533BC}" type="sibTrans" cxnId="{83A78E60-1D35-4F0C-96B5-CED73CDA65E8}">
      <dgm:prSet/>
      <dgm:spPr/>
      <dgm:t>
        <a:bodyPr/>
        <a:lstStyle/>
        <a:p>
          <a:endParaRPr lang="en-US"/>
        </a:p>
      </dgm:t>
    </dgm:pt>
    <dgm:pt modelId="{5822DBCF-04FD-4791-9A8C-0266411E2009}">
      <dgm:prSet/>
      <dgm:spPr/>
      <dgm:t>
        <a:bodyPr/>
        <a:lstStyle/>
        <a:p>
          <a:r>
            <a:rPr lang="en-US"/>
            <a:t>Have error handling and “antibugging” been specified?</a:t>
          </a:r>
        </a:p>
      </dgm:t>
    </dgm:pt>
    <dgm:pt modelId="{518E2003-5734-4E28-8130-B7B0052010EA}" type="parTrans" cxnId="{B9DAD1C0-7D74-475A-AA53-0D967C60887B}">
      <dgm:prSet/>
      <dgm:spPr/>
      <dgm:t>
        <a:bodyPr/>
        <a:lstStyle/>
        <a:p>
          <a:endParaRPr lang="en-US"/>
        </a:p>
      </dgm:t>
    </dgm:pt>
    <dgm:pt modelId="{8CB726FD-2709-42C8-B27A-5644B3A12964}" type="sibTrans" cxnId="{B9DAD1C0-7D74-475A-AA53-0D967C60887B}">
      <dgm:prSet/>
      <dgm:spPr/>
      <dgm:t>
        <a:bodyPr/>
        <a:lstStyle/>
        <a:p>
          <a:endParaRPr lang="en-US"/>
        </a:p>
      </dgm:t>
    </dgm:pt>
    <dgm:pt modelId="{024AB8E3-CC92-4A55-95D6-64334F93DF96}">
      <dgm:prSet/>
      <dgm:spPr/>
      <dgm:t>
        <a:bodyPr/>
        <a:lstStyle/>
        <a:p>
          <a:r>
            <a:rPr lang="en-US"/>
            <a:t>Is local data structure properly defined?</a:t>
          </a:r>
        </a:p>
      </dgm:t>
    </dgm:pt>
    <dgm:pt modelId="{DF64BA0D-E696-4C79-A24F-1AC5935837A8}" type="parTrans" cxnId="{79893060-F2BC-460C-BFF6-E9A2737AE33C}">
      <dgm:prSet/>
      <dgm:spPr/>
      <dgm:t>
        <a:bodyPr/>
        <a:lstStyle/>
        <a:p>
          <a:endParaRPr lang="en-US"/>
        </a:p>
      </dgm:t>
    </dgm:pt>
    <dgm:pt modelId="{EBDFA337-F14C-4A40-84D9-B43880B2F312}" type="sibTrans" cxnId="{79893060-F2BC-460C-BFF6-E9A2737AE33C}">
      <dgm:prSet/>
      <dgm:spPr/>
      <dgm:t>
        <a:bodyPr/>
        <a:lstStyle/>
        <a:p>
          <a:endParaRPr lang="en-US"/>
        </a:p>
      </dgm:t>
    </dgm:pt>
    <dgm:pt modelId="{E0B4678E-A058-43D1-BF34-66ECA28B21BE}">
      <dgm:prSet/>
      <dgm:spPr/>
      <dgm:t>
        <a:bodyPr/>
        <a:lstStyle/>
        <a:p>
          <a:r>
            <a:rPr lang="en-US"/>
            <a:t>Are structured programming constructs used throughout?</a:t>
          </a:r>
        </a:p>
      </dgm:t>
    </dgm:pt>
    <dgm:pt modelId="{14199188-627D-4A87-9F70-6928615D0A18}" type="parTrans" cxnId="{0A04ABF8-E128-4AB8-AC65-6DB2FB04436C}">
      <dgm:prSet/>
      <dgm:spPr/>
      <dgm:t>
        <a:bodyPr/>
        <a:lstStyle/>
        <a:p>
          <a:endParaRPr lang="en-US"/>
        </a:p>
      </dgm:t>
    </dgm:pt>
    <dgm:pt modelId="{1BBC0A1B-D043-465A-83C2-98C1718D5DDC}" type="sibTrans" cxnId="{0A04ABF8-E128-4AB8-AC65-6DB2FB04436C}">
      <dgm:prSet/>
      <dgm:spPr/>
      <dgm:t>
        <a:bodyPr/>
        <a:lstStyle/>
        <a:p>
          <a:endParaRPr lang="en-US"/>
        </a:p>
      </dgm:t>
    </dgm:pt>
    <dgm:pt modelId="{4EA35F60-2967-40F7-B25F-A6C0D8CAAE14}">
      <dgm:prSet/>
      <dgm:spPr/>
      <dgm:t>
        <a:bodyPr/>
        <a:lstStyle/>
        <a:p>
          <a:r>
            <a:rPr lang="en-US"/>
            <a:t>Is design detail amenable to the implementation language?</a:t>
          </a:r>
        </a:p>
      </dgm:t>
    </dgm:pt>
    <dgm:pt modelId="{F44DBAF2-4C92-4ECA-80B8-564B208E31DE}" type="parTrans" cxnId="{A4EA425D-2FF3-4036-A5BE-667A87E7D31F}">
      <dgm:prSet/>
      <dgm:spPr/>
      <dgm:t>
        <a:bodyPr/>
        <a:lstStyle/>
        <a:p>
          <a:endParaRPr lang="en-US"/>
        </a:p>
      </dgm:t>
    </dgm:pt>
    <dgm:pt modelId="{D11194FF-207A-48AE-B522-719DDABB28A7}" type="sibTrans" cxnId="{A4EA425D-2FF3-4036-A5BE-667A87E7D31F}">
      <dgm:prSet/>
      <dgm:spPr/>
      <dgm:t>
        <a:bodyPr/>
        <a:lstStyle/>
        <a:p>
          <a:endParaRPr lang="en-US"/>
        </a:p>
      </dgm:t>
    </dgm:pt>
    <dgm:pt modelId="{DAA301FF-64C5-4503-A256-23ABE1294735}">
      <dgm:prSet/>
      <dgm:spPr/>
      <dgm:t>
        <a:bodyPr/>
        <a:lstStyle/>
        <a:p>
          <a:r>
            <a:rPr lang="en-US"/>
            <a:t>Which are used: operating system or language dependent features?</a:t>
          </a:r>
        </a:p>
      </dgm:t>
    </dgm:pt>
    <dgm:pt modelId="{D09D9F76-B216-4F44-90B3-56CCC1D00A18}" type="parTrans" cxnId="{7DB1CF99-7D78-454F-8039-F6667B2C9CB0}">
      <dgm:prSet/>
      <dgm:spPr/>
      <dgm:t>
        <a:bodyPr/>
        <a:lstStyle/>
        <a:p>
          <a:endParaRPr lang="en-US"/>
        </a:p>
      </dgm:t>
    </dgm:pt>
    <dgm:pt modelId="{9E98AE74-1E9F-4B2A-86CA-785CB2FEFBBE}" type="sibTrans" cxnId="{7DB1CF99-7D78-454F-8039-F6667B2C9CB0}">
      <dgm:prSet/>
      <dgm:spPr/>
      <dgm:t>
        <a:bodyPr/>
        <a:lstStyle/>
        <a:p>
          <a:endParaRPr lang="en-US"/>
        </a:p>
      </dgm:t>
    </dgm:pt>
    <dgm:pt modelId="{5BBED1B3-3B07-4024-8052-61DA8E2F84EB}">
      <dgm:prSet/>
      <dgm:spPr/>
      <dgm:t>
        <a:bodyPr/>
        <a:lstStyle/>
        <a:p>
          <a:r>
            <a:rPr lang="en-US"/>
            <a:t>Is compound or inverse logic used?</a:t>
          </a:r>
        </a:p>
      </dgm:t>
    </dgm:pt>
    <dgm:pt modelId="{F2161267-EB73-494B-9C17-D2DFC7B6885E}" type="parTrans" cxnId="{94F555B0-266D-463E-A586-6C2B11606DA7}">
      <dgm:prSet/>
      <dgm:spPr/>
      <dgm:t>
        <a:bodyPr/>
        <a:lstStyle/>
        <a:p>
          <a:endParaRPr lang="en-US"/>
        </a:p>
      </dgm:t>
    </dgm:pt>
    <dgm:pt modelId="{6F9004D7-0553-44B2-8CDD-E321C4DFB559}" type="sibTrans" cxnId="{94F555B0-266D-463E-A586-6C2B11606DA7}">
      <dgm:prSet/>
      <dgm:spPr/>
      <dgm:t>
        <a:bodyPr/>
        <a:lstStyle/>
        <a:p>
          <a:endParaRPr lang="en-US"/>
        </a:p>
      </dgm:t>
    </dgm:pt>
    <dgm:pt modelId="{95C8F079-7DE2-43E9-B077-6305B64B9304}">
      <dgm:prSet/>
      <dgm:spPr/>
      <dgm:t>
        <a:bodyPr/>
        <a:lstStyle/>
        <a:p>
          <a:r>
            <a:rPr lang="en-US"/>
            <a:t>Has maintainability been considered?</a:t>
          </a:r>
        </a:p>
      </dgm:t>
    </dgm:pt>
    <dgm:pt modelId="{B08EE006-83AE-454F-9EC6-A0B00A7F6739}" type="parTrans" cxnId="{7767A2C1-D816-48F7-B10C-26302EDCFC43}">
      <dgm:prSet/>
      <dgm:spPr/>
      <dgm:t>
        <a:bodyPr/>
        <a:lstStyle/>
        <a:p>
          <a:endParaRPr lang="en-US"/>
        </a:p>
      </dgm:t>
    </dgm:pt>
    <dgm:pt modelId="{7BB19AD7-4FFD-4FD9-8374-D4167F3E16FA}" type="sibTrans" cxnId="{7767A2C1-D816-48F7-B10C-26302EDCFC43}">
      <dgm:prSet/>
      <dgm:spPr/>
      <dgm:t>
        <a:bodyPr/>
        <a:lstStyle/>
        <a:p>
          <a:endParaRPr lang="en-US"/>
        </a:p>
      </dgm:t>
    </dgm:pt>
    <dgm:pt modelId="{358F8D19-C2CF-4279-ACEB-062B780A3BF9}" type="pres">
      <dgm:prSet presAssocID="{F5DBA150-1608-4DCA-85BA-D8A3FD8DA5DB}" presName="linear" presStyleCnt="0">
        <dgm:presLayoutVars>
          <dgm:animLvl val="lvl"/>
          <dgm:resizeHandles val="exact"/>
        </dgm:presLayoutVars>
      </dgm:prSet>
      <dgm:spPr/>
    </dgm:pt>
    <dgm:pt modelId="{25BB110E-22B9-4371-A220-60F49907CAC4}" type="pres">
      <dgm:prSet presAssocID="{4074E597-8887-4109-AA29-BF509A78D9E2}" presName="parentText" presStyleLbl="node1" presStyleIdx="0" presStyleCnt="11">
        <dgm:presLayoutVars>
          <dgm:chMax val="0"/>
          <dgm:bulletEnabled val="1"/>
        </dgm:presLayoutVars>
      </dgm:prSet>
      <dgm:spPr/>
    </dgm:pt>
    <dgm:pt modelId="{DA071745-4E0B-4D1F-BB64-BF61E54C7A2A}" type="pres">
      <dgm:prSet presAssocID="{47BDEDB7-F38D-47E0-BBB4-DC0870901552}" presName="spacer" presStyleCnt="0"/>
      <dgm:spPr/>
    </dgm:pt>
    <dgm:pt modelId="{9150870F-A51B-421F-A228-1720D1CB5163}" type="pres">
      <dgm:prSet presAssocID="{6CA3B011-8BD7-458C-B906-AFF855E14D39}" presName="parentText" presStyleLbl="node1" presStyleIdx="1" presStyleCnt="11">
        <dgm:presLayoutVars>
          <dgm:chMax val="0"/>
          <dgm:bulletEnabled val="1"/>
        </dgm:presLayoutVars>
      </dgm:prSet>
      <dgm:spPr/>
    </dgm:pt>
    <dgm:pt modelId="{95D7BB1F-5066-4E07-864F-AC28A89FD2B1}" type="pres">
      <dgm:prSet presAssocID="{83CA7075-BCC4-4068-B99C-B41031FFE7D3}" presName="spacer" presStyleCnt="0"/>
      <dgm:spPr/>
    </dgm:pt>
    <dgm:pt modelId="{5B4E7221-C47E-4F52-9FBA-9F2E4DE29609}" type="pres">
      <dgm:prSet presAssocID="{6FF481D4-02B1-47F6-A9B8-7A8AA3452E2F}" presName="parentText" presStyleLbl="node1" presStyleIdx="2" presStyleCnt="11">
        <dgm:presLayoutVars>
          <dgm:chMax val="0"/>
          <dgm:bulletEnabled val="1"/>
        </dgm:presLayoutVars>
      </dgm:prSet>
      <dgm:spPr/>
    </dgm:pt>
    <dgm:pt modelId="{B769106E-1D65-4981-BF0F-BC0BB134604B}" type="pres">
      <dgm:prSet presAssocID="{F14D16A3-78E2-46BD-B4A0-B387B78F56CD}" presName="spacer" presStyleCnt="0"/>
      <dgm:spPr/>
    </dgm:pt>
    <dgm:pt modelId="{F61F2D79-3961-4B1C-B58D-704E79BC71D1}" type="pres">
      <dgm:prSet presAssocID="{B34B03A1-3008-41B8-A707-42579DCDBF29}" presName="parentText" presStyleLbl="node1" presStyleIdx="3" presStyleCnt="11">
        <dgm:presLayoutVars>
          <dgm:chMax val="0"/>
          <dgm:bulletEnabled val="1"/>
        </dgm:presLayoutVars>
      </dgm:prSet>
      <dgm:spPr/>
    </dgm:pt>
    <dgm:pt modelId="{E819915C-7347-4743-A686-DB368A84684B}" type="pres">
      <dgm:prSet presAssocID="{CF109C94-BB13-448F-93B0-820AE96533BC}" presName="spacer" presStyleCnt="0"/>
      <dgm:spPr/>
    </dgm:pt>
    <dgm:pt modelId="{74802ACE-111B-4CA8-94EE-3E23AE4CA244}" type="pres">
      <dgm:prSet presAssocID="{5822DBCF-04FD-4791-9A8C-0266411E2009}" presName="parentText" presStyleLbl="node1" presStyleIdx="4" presStyleCnt="11">
        <dgm:presLayoutVars>
          <dgm:chMax val="0"/>
          <dgm:bulletEnabled val="1"/>
        </dgm:presLayoutVars>
      </dgm:prSet>
      <dgm:spPr/>
    </dgm:pt>
    <dgm:pt modelId="{49688843-0CD4-44CB-A02C-5F42E67ACE59}" type="pres">
      <dgm:prSet presAssocID="{8CB726FD-2709-42C8-B27A-5644B3A12964}" presName="spacer" presStyleCnt="0"/>
      <dgm:spPr/>
    </dgm:pt>
    <dgm:pt modelId="{363C738D-707D-49D1-8983-268D41DE9DA7}" type="pres">
      <dgm:prSet presAssocID="{024AB8E3-CC92-4A55-95D6-64334F93DF96}" presName="parentText" presStyleLbl="node1" presStyleIdx="5" presStyleCnt="11">
        <dgm:presLayoutVars>
          <dgm:chMax val="0"/>
          <dgm:bulletEnabled val="1"/>
        </dgm:presLayoutVars>
      </dgm:prSet>
      <dgm:spPr/>
    </dgm:pt>
    <dgm:pt modelId="{7EFED8CA-E16F-4320-AD58-62E835901AC0}" type="pres">
      <dgm:prSet presAssocID="{EBDFA337-F14C-4A40-84D9-B43880B2F312}" presName="spacer" presStyleCnt="0"/>
      <dgm:spPr/>
    </dgm:pt>
    <dgm:pt modelId="{A6A0FB70-4078-441D-9703-71B51702C3DB}" type="pres">
      <dgm:prSet presAssocID="{E0B4678E-A058-43D1-BF34-66ECA28B21BE}" presName="parentText" presStyleLbl="node1" presStyleIdx="6" presStyleCnt="11">
        <dgm:presLayoutVars>
          <dgm:chMax val="0"/>
          <dgm:bulletEnabled val="1"/>
        </dgm:presLayoutVars>
      </dgm:prSet>
      <dgm:spPr/>
    </dgm:pt>
    <dgm:pt modelId="{A58BAFE0-0803-4623-8695-39530B8EAA92}" type="pres">
      <dgm:prSet presAssocID="{1BBC0A1B-D043-465A-83C2-98C1718D5DDC}" presName="spacer" presStyleCnt="0"/>
      <dgm:spPr/>
    </dgm:pt>
    <dgm:pt modelId="{53222EC8-2029-4841-A1B0-757B86B87AE7}" type="pres">
      <dgm:prSet presAssocID="{4EA35F60-2967-40F7-B25F-A6C0D8CAAE14}" presName="parentText" presStyleLbl="node1" presStyleIdx="7" presStyleCnt="11">
        <dgm:presLayoutVars>
          <dgm:chMax val="0"/>
          <dgm:bulletEnabled val="1"/>
        </dgm:presLayoutVars>
      </dgm:prSet>
      <dgm:spPr/>
    </dgm:pt>
    <dgm:pt modelId="{994F5AE4-6656-434D-BFB6-376973AFBDC3}" type="pres">
      <dgm:prSet presAssocID="{D11194FF-207A-48AE-B522-719DDABB28A7}" presName="spacer" presStyleCnt="0"/>
      <dgm:spPr/>
    </dgm:pt>
    <dgm:pt modelId="{24A99311-BC12-46F3-B6DA-84F76DC6CB27}" type="pres">
      <dgm:prSet presAssocID="{DAA301FF-64C5-4503-A256-23ABE1294735}" presName="parentText" presStyleLbl="node1" presStyleIdx="8" presStyleCnt="11">
        <dgm:presLayoutVars>
          <dgm:chMax val="0"/>
          <dgm:bulletEnabled val="1"/>
        </dgm:presLayoutVars>
      </dgm:prSet>
      <dgm:spPr/>
    </dgm:pt>
    <dgm:pt modelId="{0669CC91-5553-42CD-BE04-E9B9EB65ED8C}" type="pres">
      <dgm:prSet presAssocID="{9E98AE74-1E9F-4B2A-86CA-785CB2FEFBBE}" presName="spacer" presStyleCnt="0"/>
      <dgm:spPr/>
    </dgm:pt>
    <dgm:pt modelId="{B35CE98E-C898-487E-B065-EA206AA1FE57}" type="pres">
      <dgm:prSet presAssocID="{5BBED1B3-3B07-4024-8052-61DA8E2F84EB}" presName="parentText" presStyleLbl="node1" presStyleIdx="9" presStyleCnt="11">
        <dgm:presLayoutVars>
          <dgm:chMax val="0"/>
          <dgm:bulletEnabled val="1"/>
        </dgm:presLayoutVars>
      </dgm:prSet>
      <dgm:spPr/>
    </dgm:pt>
    <dgm:pt modelId="{35410F1A-DB87-455B-B70B-24D962A4F968}" type="pres">
      <dgm:prSet presAssocID="{6F9004D7-0553-44B2-8CDD-E321C4DFB559}" presName="spacer" presStyleCnt="0"/>
      <dgm:spPr/>
    </dgm:pt>
    <dgm:pt modelId="{55228B00-0028-416B-B635-839A25A822E1}" type="pres">
      <dgm:prSet presAssocID="{95C8F079-7DE2-43E9-B077-6305B64B9304}" presName="parentText" presStyleLbl="node1" presStyleIdx="10" presStyleCnt="11">
        <dgm:presLayoutVars>
          <dgm:chMax val="0"/>
          <dgm:bulletEnabled val="1"/>
        </dgm:presLayoutVars>
      </dgm:prSet>
      <dgm:spPr/>
    </dgm:pt>
  </dgm:ptLst>
  <dgm:cxnLst>
    <dgm:cxn modelId="{749CB617-FE9B-41B1-8BAD-F42C177B03F6}" type="presOf" srcId="{E0B4678E-A058-43D1-BF34-66ECA28B21BE}" destId="{A6A0FB70-4078-441D-9703-71B51702C3DB}" srcOrd="0" destOrd="0" presId="urn:microsoft.com/office/officeart/2005/8/layout/vList2"/>
    <dgm:cxn modelId="{B37DA824-B18E-4D9E-B4D1-3D96436B6B82}" type="presOf" srcId="{024AB8E3-CC92-4A55-95D6-64334F93DF96}" destId="{363C738D-707D-49D1-8983-268D41DE9DA7}" srcOrd="0" destOrd="0" presId="urn:microsoft.com/office/officeart/2005/8/layout/vList2"/>
    <dgm:cxn modelId="{1BC1F727-606E-4E0B-B003-A237B99DC5E0}" type="presOf" srcId="{4EA35F60-2967-40F7-B25F-A6C0D8CAAE14}" destId="{53222EC8-2029-4841-A1B0-757B86B87AE7}" srcOrd="0" destOrd="0" presId="urn:microsoft.com/office/officeart/2005/8/layout/vList2"/>
    <dgm:cxn modelId="{10C22233-7858-4D9D-A10E-996FC2EE5CBA}" srcId="{F5DBA150-1608-4DCA-85BA-D8A3FD8DA5DB}" destId="{6FF481D4-02B1-47F6-A9B8-7A8AA3452E2F}" srcOrd="2" destOrd="0" parTransId="{A64730AB-A941-49D2-BF6D-1E3A2B94A10D}" sibTransId="{F14D16A3-78E2-46BD-B4A0-B387B78F56CD}"/>
    <dgm:cxn modelId="{F1696A38-6CBE-402F-8974-83BF32239A35}" type="presOf" srcId="{B34B03A1-3008-41B8-A707-42579DCDBF29}" destId="{F61F2D79-3961-4B1C-B58D-704E79BC71D1}" srcOrd="0" destOrd="0" presId="urn:microsoft.com/office/officeart/2005/8/layout/vList2"/>
    <dgm:cxn modelId="{2665845C-E19B-4979-9A12-A43F0F5CE11F}" type="presOf" srcId="{F5DBA150-1608-4DCA-85BA-D8A3FD8DA5DB}" destId="{358F8D19-C2CF-4279-ACEB-062B780A3BF9}" srcOrd="0" destOrd="0" presId="urn:microsoft.com/office/officeart/2005/8/layout/vList2"/>
    <dgm:cxn modelId="{A4EA425D-2FF3-4036-A5BE-667A87E7D31F}" srcId="{F5DBA150-1608-4DCA-85BA-D8A3FD8DA5DB}" destId="{4EA35F60-2967-40F7-B25F-A6C0D8CAAE14}" srcOrd="7" destOrd="0" parTransId="{F44DBAF2-4C92-4ECA-80B8-564B208E31DE}" sibTransId="{D11194FF-207A-48AE-B522-719DDABB28A7}"/>
    <dgm:cxn modelId="{47B1AB5D-23CB-4A6E-BADB-F0538C32654E}" type="presOf" srcId="{5BBED1B3-3B07-4024-8052-61DA8E2F84EB}" destId="{B35CE98E-C898-487E-B065-EA206AA1FE57}" srcOrd="0" destOrd="0" presId="urn:microsoft.com/office/officeart/2005/8/layout/vList2"/>
    <dgm:cxn modelId="{79893060-F2BC-460C-BFF6-E9A2737AE33C}" srcId="{F5DBA150-1608-4DCA-85BA-D8A3FD8DA5DB}" destId="{024AB8E3-CC92-4A55-95D6-64334F93DF96}" srcOrd="5" destOrd="0" parTransId="{DF64BA0D-E696-4C79-A24F-1AC5935837A8}" sibTransId="{EBDFA337-F14C-4A40-84D9-B43880B2F312}"/>
    <dgm:cxn modelId="{83A78E60-1D35-4F0C-96B5-CED73CDA65E8}" srcId="{F5DBA150-1608-4DCA-85BA-D8A3FD8DA5DB}" destId="{B34B03A1-3008-41B8-A707-42579DCDBF29}" srcOrd="3" destOrd="0" parTransId="{0A9C7387-A5AE-4BDD-A492-89DDE992EE1E}" sibTransId="{CF109C94-BB13-448F-93B0-820AE96533BC}"/>
    <dgm:cxn modelId="{343D8D66-8D45-4E12-88D0-9048A6396B16}" type="presOf" srcId="{6FF481D4-02B1-47F6-A9B8-7A8AA3452E2F}" destId="{5B4E7221-C47E-4F52-9FBA-9F2E4DE29609}" srcOrd="0" destOrd="0" presId="urn:microsoft.com/office/officeart/2005/8/layout/vList2"/>
    <dgm:cxn modelId="{0F22C76A-F3AA-46BD-BAB9-48A5C04C3647}" type="presOf" srcId="{6CA3B011-8BD7-458C-B906-AFF855E14D39}" destId="{9150870F-A51B-421F-A228-1720D1CB5163}" srcOrd="0" destOrd="0" presId="urn:microsoft.com/office/officeart/2005/8/layout/vList2"/>
    <dgm:cxn modelId="{92625B59-04FD-45D8-9299-8205194BCFE9}" srcId="{F5DBA150-1608-4DCA-85BA-D8A3FD8DA5DB}" destId="{6CA3B011-8BD7-458C-B906-AFF855E14D39}" srcOrd="1" destOrd="0" parTransId="{95B9A418-B6D3-4D29-8E41-DF57E76BB705}" sibTransId="{83CA7075-BCC4-4068-B99C-B41031FFE7D3}"/>
    <dgm:cxn modelId="{7DB1CF99-7D78-454F-8039-F6667B2C9CB0}" srcId="{F5DBA150-1608-4DCA-85BA-D8A3FD8DA5DB}" destId="{DAA301FF-64C5-4503-A256-23ABE1294735}" srcOrd="8" destOrd="0" parTransId="{D09D9F76-B216-4F44-90B3-56CCC1D00A18}" sibTransId="{9E98AE74-1E9F-4B2A-86CA-785CB2FEFBBE}"/>
    <dgm:cxn modelId="{94F555B0-266D-463E-A586-6C2B11606DA7}" srcId="{F5DBA150-1608-4DCA-85BA-D8A3FD8DA5DB}" destId="{5BBED1B3-3B07-4024-8052-61DA8E2F84EB}" srcOrd="9" destOrd="0" parTransId="{F2161267-EB73-494B-9C17-D2DFC7B6885E}" sibTransId="{6F9004D7-0553-44B2-8CDD-E321C4DFB559}"/>
    <dgm:cxn modelId="{B9DAD1C0-7D74-475A-AA53-0D967C60887B}" srcId="{F5DBA150-1608-4DCA-85BA-D8A3FD8DA5DB}" destId="{5822DBCF-04FD-4791-9A8C-0266411E2009}" srcOrd="4" destOrd="0" parTransId="{518E2003-5734-4E28-8130-B7B0052010EA}" sibTransId="{8CB726FD-2709-42C8-B27A-5644B3A12964}"/>
    <dgm:cxn modelId="{7767A2C1-D816-48F7-B10C-26302EDCFC43}" srcId="{F5DBA150-1608-4DCA-85BA-D8A3FD8DA5DB}" destId="{95C8F079-7DE2-43E9-B077-6305B64B9304}" srcOrd="10" destOrd="0" parTransId="{B08EE006-83AE-454F-9EC6-A0B00A7F6739}" sibTransId="{7BB19AD7-4FFD-4FD9-8374-D4167F3E16FA}"/>
    <dgm:cxn modelId="{37978EC9-4925-47EA-AE0B-C3F0897C5CF9}" srcId="{F5DBA150-1608-4DCA-85BA-D8A3FD8DA5DB}" destId="{4074E597-8887-4109-AA29-BF509A78D9E2}" srcOrd="0" destOrd="0" parTransId="{379BDF82-4F33-4399-9B79-BB336AD8DB55}" sibTransId="{47BDEDB7-F38D-47E0-BBB4-DC0870901552}"/>
    <dgm:cxn modelId="{380C87DC-5A81-4FDF-AE83-AEB800DF6128}" type="presOf" srcId="{95C8F079-7DE2-43E9-B077-6305B64B9304}" destId="{55228B00-0028-416B-B635-839A25A822E1}" srcOrd="0" destOrd="0" presId="urn:microsoft.com/office/officeart/2005/8/layout/vList2"/>
    <dgm:cxn modelId="{147AA0E3-3EBD-455C-A2FD-61114AE174E2}" type="presOf" srcId="{DAA301FF-64C5-4503-A256-23ABE1294735}" destId="{24A99311-BC12-46F3-B6DA-84F76DC6CB27}" srcOrd="0" destOrd="0" presId="urn:microsoft.com/office/officeart/2005/8/layout/vList2"/>
    <dgm:cxn modelId="{B2D722F4-69FE-42E3-A42E-9399B43E83A0}" type="presOf" srcId="{5822DBCF-04FD-4791-9A8C-0266411E2009}" destId="{74802ACE-111B-4CA8-94EE-3E23AE4CA244}" srcOrd="0" destOrd="0" presId="urn:microsoft.com/office/officeart/2005/8/layout/vList2"/>
    <dgm:cxn modelId="{12C37FF7-54EA-4D05-A0E4-1912461BAC0B}" type="presOf" srcId="{4074E597-8887-4109-AA29-BF509A78D9E2}" destId="{25BB110E-22B9-4371-A220-60F49907CAC4}" srcOrd="0" destOrd="0" presId="urn:microsoft.com/office/officeart/2005/8/layout/vList2"/>
    <dgm:cxn modelId="{0A04ABF8-E128-4AB8-AC65-6DB2FB04436C}" srcId="{F5DBA150-1608-4DCA-85BA-D8A3FD8DA5DB}" destId="{E0B4678E-A058-43D1-BF34-66ECA28B21BE}" srcOrd="6" destOrd="0" parTransId="{14199188-627D-4A87-9F70-6928615D0A18}" sibTransId="{1BBC0A1B-D043-465A-83C2-98C1718D5DDC}"/>
    <dgm:cxn modelId="{6030F351-CB40-4F8C-98A1-8B62A9ABC188}" type="presParOf" srcId="{358F8D19-C2CF-4279-ACEB-062B780A3BF9}" destId="{25BB110E-22B9-4371-A220-60F49907CAC4}" srcOrd="0" destOrd="0" presId="urn:microsoft.com/office/officeart/2005/8/layout/vList2"/>
    <dgm:cxn modelId="{8B9FB265-B47B-4514-9E55-09BE48E30ECE}" type="presParOf" srcId="{358F8D19-C2CF-4279-ACEB-062B780A3BF9}" destId="{DA071745-4E0B-4D1F-BB64-BF61E54C7A2A}" srcOrd="1" destOrd="0" presId="urn:microsoft.com/office/officeart/2005/8/layout/vList2"/>
    <dgm:cxn modelId="{DC5BAF2E-C000-493A-ACE6-0E09A9D45AEE}" type="presParOf" srcId="{358F8D19-C2CF-4279-ACEB-062B780A3BF9}" destId="{9150870F-A51B-421F-A228-1720D1CB5163}" srcOrd="2" destOrd="0" presId="urn:microsoft.com/office/officeart/2005/8/layout/vList2"/>
    <dgm:cxn modelId="{B93C43DF-BD02-48D7-A38F-BD3CA5679407}" type="presParOf" srcId="{358F8D19-C2CF-4279-ACEB-062B780A3BF9}" destId="{95D7BB1F-5066-4E07-864F-AC28A89FD2B1}" srcOrd="3" destOrd="0" presId="urn:microsoft.com/office/officeart/2005/8/layout/vList2"/>
    <dgm:cxn modelId="{6827EDDD-9EC8-4698-A633-51A69F5A7FD0}" type="presParOf" srcId="{358F8D19-C2CF-4279-ACEB-062B780A3BF9}" destId="{5B4E7221-C47E-4F52-9FBA-9F2E4DE29609}" srcOrd="4" destOrd="0" presId="urn:microsoft.com/office/officeart/2005/8/layout/vList2"/>
    <dgm:cxn modelId="{B6540BE0-2B5C-4B5F-888C-7DD1EE66A44D}" type="presParOf" srcId="{358F8D19-C2CF-4279-ACEB-062B780A3BF9}" destId="{B769106E-1D65-4981-BF0F-BC0BB134604B}" srcOrd="5" destOrd="0" presId="urn:microsoft.com/office/officeart/2005/8/layout/vList2"/>
    <dgm:cxn modelId="{E674BFB8-5E6B-4772-A304-B9D8AAC8CEB7}" type="presParOf" srcId="{358F8D19-C2CF-4279-ACEB-062B780A3BF9}" destId="{F61F2D79-3961-4B1C-B58D-704E79BC71D1}" srcOrd="6" destOrd="0" presId="urn:microsoft.com/office/officeart/2005/8/layout/vList2"/>
    <dgm:cxn modelId="{6BFDC7C8-4D99-430F-B432-05CDC09D6A35}" type="presParOf" srcId="{358F8D19-C2CF-4279-ACEB-062B780A3BF9}" destId="{E819915C-7347-4743-A686-DB368A84684B}" srcOrd="7" destOrd="0" presId="urn:microsoft.com/office/officeart/2005/8/layout/vList2"/>
    <dgm:cxn modelId="{BE2910EA-511E-474B-9DF0-AE453A292AC0}" type="presParOf" srcId="{358F8D19-C2CF-4279-ACEB-062B780A3BF9}" destId="{74802ACE-111B-4CA8-94EE-3E23AE4CA244}" srcOrd="8" destOrd="0" presId="urn:microsoft.com/office/officeart/2005/8/layout/vList2"/>
    <dgm:cxn modelId="{B1465DA6-D650-4C8A-ABD2-15631BA3386A}" type="presParOf" srcId="{358F8D19-C2CF-4279-ACEB-062B780A3BF9}" destId="{49688843-0CD4-44CB-A02C-5F42E67ACE59}" srcOrd="9" destOrd="0" presId="urn:microsoft.com/office/officeart/2005/8/layout/vList2"/>
    <dgm:cxn modelId="{BE644443-EAD5-4C9E-8498-7EFEF148FB3C}" type="presParOf" srcId="{358F8D19-C2CF-4279-ACEB-062B780A3BF9}" destId="{363C738D-707D-49D1-8983-268D41DE9DA7}" srcOrd="10" destOrd="0" presId="urn:microsoft.com/office/officeart/2005/8/layout/vList2"/>
    <dgm:cxn modelId="{B540D364-3310-454F-A9F0-804EE28339A6}" type="presParOf" srcId="{358F8D19-C2CF-4279-ACEB-062B780A3BF9}" destId="{7EFED8CA-E16F-4320-AD58-62E835901AC0}" srcOrd="11" destOrd="0" presId="urn:microsoft.com/office/officeart/2005/8/layout/vList2"/>
    <dgm:cxn modelId="{6DBC3786-B0AB-4977-AA3E-DBEAD6460DC2}" type="presParOf" srcId="{358F8D19-C2CF-4279-ACEB-062B780A3BF9}" destId="{A6A0FB70-4078-441D-9703-71B51702C3DB}" srcOrd="12" destOrd="0" presId="urn:microsoft.com/office/officeart/2005/8/layout/vList2"/>
    <dgm:cxn modelId="{08F8683C-11BA-465C-AA8E-D7A867B557A3}" type="presParOf" srcId="{358F8D19-C2CF-4279-ACEB-062B780A3BF9}" destId="{A58BAFE0-0803-4623-8695-39530B8EAA92}" srcOrd="13" destOrd="0" presId="urn:microsoft.com/office/officeart/2005/8/layout/vList2"/>
    <dgm:cxn modelId="{762B62BC-5450-4FF2-85CF-9EC89C18520D}" type="presParOf" srcId="{358F8D19-C2CF-4279-ACEB-062B780A3BF9}" destId="{53222EC8-2029-4841-A1B0-757B86B87AE7}" srcOrd="14" destOrd="0" presId="urn:microsoft.com/office/officeart/2005/8/layout/vList2"/>
    <dgm:cxn modelId="{105AE5EE-E179-4356-A6F4-414FDABF967C}" type="presParOf" srcId="{358F8D19-C2CF-4279-ACEB-062B780A3BF9}" destId="{994F5AE4-6656-434D-BFB6-376973AFBDC3}" srcOrd="15" destOrd="0" presId="urn:microsoft.com/office/officeart/2005/8/layout/vList2"/>
    <dgm:cxn modelId="{4A631562-A951-442E-80A5-7692573188D5}" type="presParOf" srcId="{358F8D19-C2CF-4279-ACEB-062B780A3BF9}" destId="{24A99311-BC12-46F3-B6DA-84F76DC6CB27}" srcOrd="16" destOrd="0" presId="urn:microsoft.com/office/officeart/2005/8/layout/vList2"/>
    <dgm:cxn modelId="{DB935D58-718B-4279-97B5-4B5AE2FA27C0}" type="presParOf" srcId="{358F8D19-C2CF-4279-ACEB-062B780A3BF9}" destId="{0669CC91-5553-42CD-BE04-E9B9EB65ED8C}" srcOrd="17" destOrd="0" presId="urn:microsoft.com/office/officeart/2005/8/layout/vList2"/>
    <dgm:cxn modelId="{79C3BE5B-78D1-4BD8-A72C-7350528D67E9}" type="presParOf" srcId="{358F8D19-C2CF-4279-ACEB-062B780A3BF9}" destId="{B35CE98E-C898-487E-B065-EA206AA1FE57}" srcOrd="18" destOrd="0" presId="urn:microsoft.com/office/officeart/2005/8/layout/vList2"/>
    <dgm:cxn modelId="{D7578FA0-C880-4AEF-91C4-2977591CC775}" type="presParOf" srcId="{358F8D19-C2CF-4279-ACEB-062B780A3BF9}" destId="{35410F1A-DB87-455B-B70B-24D962A4F968}" srcOrd="19" destOrd="0" presId="urn:microsoft.com/office/officeart/2005/8/layout/vList2"/>
    <dgm:cxn modelId="{0B1D14A2-D215-4F40-93B4-F8FA3715D476}" type="presParOf" srcId="{358F8D19-C2CF-4279-ACEB-062B780A3BF9}" destId="{55228B00-0028-416B-B635-839A25A822E1}"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19B5661-AD3A-4534-AD01-2E117727D9B4}" type="doc">
      <dgm:prSet loTypeId="urn:microsoft.com/office/officeart/2008/layout/LinedList" loCatId="list" qsTypeId="urn:microsoft.com/office/officeart/2005/8/quickstyle/simple1" qsCatId="simple" csTypeId="urn:microsoft.com/office/officeart/2005/8/colors/accent6_2" csCatId="accent6" phldr="1"/>
      <dgm:spPr/>
      <dgm:t>
        <a:bodyPr/>
        <a:lstStyle/>
        <a:p>
          <a:endParaRPr lang="en-US"/>
        </a:p>
      </dgm:t>
    </dgm:pt>
    <dgm:pt modelId="{999381B8-FA44-4E0F-8626-05634CCAF9DB}">
      <dgm:prSet/>
      <dgm:spPr/>
      <dgm:t>
        <a:bodyPr/>
        <a:lstStyle/>
        <a:p>
          <a:r>
            <a:rPr lang="en-US"/>
            <a:t>Is the design properly translated into code?  (The results of the procedural design should be available at this review)</a:t>
          </a:r>
        </a:p>
      </dgm:t>
    </dgm:pt>
    <dgm:pt modelId="{D64C3A90-B758-499A-ACDA-35B8D142F89A}" type="parTrans" cxnId="{03B90371-E855-4906-B569-E1E1140CB81D}">
      <dgm:prSet/>
      <dgm:spPr/>
      <dgm:t>
        <a:bodyPr/>
        <a:lstStyle/>
        <a:p>
          <a:endParaRPr lang="en-US"/>
        </a:p>
      </dgm:t>
    </dgm:pt>
    <dgm:pt modelId="{8E6B9CBC-3CA8-4268-9F85-612C6A992167}" type="sibTrans" cxnId="{03B90371-E855-4906-B569-E1E1140CB81D}">
      <dgm:prSet/>
      <dgm:spPr/>
      <dgm:t>
        <a:bodyPr/>
        <a:lstStyle/>
        <a:p>
          <a:endParaRPr lang="en-US"/>
        </a:p>
      </dgm:t>
    </dgm:pt>
    <dgm:pt modelId="{B0633A1B-88E0-45A0-9D7C-50A8D58E1321}">
      <dgm:prSet/>
      <dgm:spPr/>
      <dgm:t>
        <a:bodyPr/>
        <a:lstStyle/>
        <a:p>
          <a:r>
            <a:rPr lang="en-US"/>
            <a:t>Are there misspellings or typos?</a:t>
          </a:r>
        </a:p>
      </dgm:t>
    </dgm:pt>
    <dgm:pt modelId="{85D74E37-AA7B-4FB1-AC5D-90D40C2084E4}" type="parTrans" cxnId="{6806F363-2E60-4977-B29C-16AC6EC16AAD}">
      <dgm:prSet/>
      <dgm:spPr/>
      <dgm:t>
        <a:bodyPr/>
        <a:lstStyle/>
        <a:p>
          <a:endParaRPr lang="en-US"/>
        </a:p>
      </dgm:t>
    </dgm:pt>
    <dgm:pt modelId="{DC0D9607-EBA2-4E00-94D9-CEB20BB1A0E5}" type="sibTrans" cxnId="{6806F363-2E60-4977-B29C-16AC6EC16AAD}">
      <dgm:prSet/>
      <dgm:spPr/>
      <dgm:t>
        <a:bodyPr/>
        <a:lstStyle/>
        <a:p>
          <a:endParaRPr lang="en-US"/>
        </a:p>
      </dgm:t>
    </dgm:pt>
    <dgm:pt modelId="{C964952D-B9B8-4913-8771-E475375D0FAC}">
      <dgm:prSet/>
      <dgm:spPr/>
      <dgm:t>
        <a:bodyPr/>
        <a:lstStyle/>
        <a:p>
          <a:r>
            <a:rPr lang="en-US"/>
            <a:t>Has proper use of language conventions been made?</a:t>
          </a:r>
        </a:p>
      </dgm:t>
    </dgm:pt>
    <dgm:pt modelId="{B3DFEDED-DA9E-4DE9-9372-F34838AA5A61}" type="parTrans" cxnId="{8F6839B6-CCB2-4C60-BCA8-31050E4E1BD7}">
      <dgm:prSet/>
      <dgm:spPr/>
      <dgm:t>
        <a:bodyPr/>
        <a:lstStyle/>
        <a:p>
          <a:endParaRPr lang="en-US"/>
        </a:p>
      </dgm:t>
    </dgm:pt>
    <dgm:pt modelId="{4D9098E0-6E72-4FC6-BC52-8E4DED750300}" type="sibTrans" cxnId="{8F6839B6-CCB2-4C60-BCA8-31050E4E1BD7}">
      <dgm:prSet/>
      <dgm:spPr/>
      <dgm:t>
        <a:bodyPr/>
        <a:lstStyle/>
        <a:p>
          <a:endParaRPr lang="en-US"/>
        </a:p>
      </dgm:t>
    </dgm:pt>
    <dgm:pt modelId="{6C610522-E6EE-4D33-98CF-C77E3E3E04FA}">
      <dgm:prSet/>
      <dgm:spPr/>
      <dgm:t>
        <a:bodyPr/>
        <a:lstStyle/>
        <a:p>
          <a:r>
            <a:rPr lang="en-US"/>
            <a:t>Is there compliance with coding standards for language style, comments, module prologue?</a:t>
          </a:r>
        </a:p>
      </dgm:t>
    </dgm:pt>
    <dgm:pt modelId="{79178119-2DE1-4E65-BC62-F54E07B976F5}" type="parTrans" cxnId="{2A0DA38A-E64B-40F3-A1D2-DA7144FE7842}">
      <dgm:prSet/>
      <dgm:spPr/>
      <dgm:t>
        <a:bodyPr/>
        <a:lstStyle/>
        <a:p>
          <a:endParaRPr lang="en-US"/>
        </a:p>
      </dgm:t>
    </dgm:pt>
    <dgm:pt modelId="{9FA04451-3A08-4FCF-943D-622F80EF8836}" type="sibTrans" cxnId="{2A0DA38A-E64B-40F3-A1D2-DA7144FE7842}">
      <dgm:prSet/>
      <dgm:spPr/>
      <dgm:t>
        <a:bodyPr/>
        <a:lstStyle/>
        <a:p>
          <a:endParaRPr lang="en-US"/>
        </a:p>
      </dgm:t>
    </dgm:pt>
    <dgm:pt modelId="{4922B154-81E0-427D-B95C-7D143F75DC6B}">
      <dgm:prSet/>
      <dgm:spPr/>
      <dgm:t>
        <a:bodyPr/>
        <a:lstStyle/>
        <a:p>
          <a:r>
            <a:rPr lang="en-US"/>
            <a:t>Are incorrect or ambiguous comments present?</a:t>
          </a:r>
        </a:p>
      </dgm:t>
    </dgm:pt>
    <dgm:pt modelId="{290C5D97-A164-460E-966A-1D21A10333AB}" type="parTrans" cxnId="{64CCF51C-E876-450F-8EDA-15509EAA128D}">
      <dgm:prSet/>
      <dgm:spPr/>
      <dgm:t>
        <a:bodyPr/>
        <a:lstStyle/>
        <a:p>
          <a:endParaRPr lang="en-US"/>
        </a:p>
      </dgm:t>
    </dgm:pt>
    <dgm:pt modelId="{BEBCD879-7107-475E-A75A-E05F18F7A0DF}" type="sibTrans" cxnId="{64CCF51C-E876-450F-8EDA-15509EAA128D}">
      <dgm:prSet/>
      <dgm:spPr/>
      <dgm:t>
        <a:bodyPr/>
        <a:lstStyle/>
        <a:p>
          <a:endParaRPr lang="en-US"/>
        </a:p>
      </dgm:t>
    </dgm:pt>
    <dgm:pt modelId="{3C0C1197-B23A-4EE5-A6EF-BE09E66B9D71}">
      <dgm:prSet/>
      <dgm:spPr/>
      <dgm:t>
        <a:bodyPr/>
        <a:lstStyle/>
        <a:p>
          <a:r>
            <a:rPr lang="en-US"/>
            <a:t>Are typing and data declaration proper?</a:t>
          </a:r>
        </a:p>
      </dgm:t>
    </dgm:pt>
    <dgm:pt modelId="{C59D13C7-9A74-4EA8-B505-DB02EEF6B593}" type="parTrans" cxnId="{80461101-6363-47C8-B6EE-7BA0133EBC9A}">
      <dgm:prSet/>
      <dgm:spPr/>
      <dgm:t>
        <a:bodyPr/>
        <a:lstStyle/>
        <a:p>
          <a:endParaRPr lang="en-US"/>
        </a:p>
      </dgm:t>
    </dgm:pt>
    <dgm:pt modelId="{5BAF19F5-4208-4F5A-B16F-775CFADB2D83}" type="sibTrans" cxnId="{80461101-6363-47C8-B6EE-7BA0133EBC9A}">
      <dgm:prSet/>
      <dgm:spPr/>
      <dgm:t>
        <a:bodyPr/>
        <a:lstStyle/>
        <a:p>
          <a:endParaRPr lang="en-US"/>
        </a:p>
      </dgm:t>
    </dgm:pt>
    <dgm:pt modelId="{159A67CF-55AF-4F14-B743-1B19C1C23BAF}">
      <dgm:prSet/>
      <dgm:spPr/>
      <dgm:t>
        <a:bodyPr/>
        <a:lstStyle/>
        <a:p>
          <a:r>
            <a:rPr lang="en-US" dirty="0"/>
            <a:t>Are physical constraints, correct?</a:t>
          </a:r>
        </a:p>
      </dgm:t>
    </dgm:pt>
    <dgm:pt modelId="{B353D8E5-8445-4466-A669-005808A3C813}" type="parTrans" cxnId="{5D2F84E3-02D3-4704-86CF-AE7959FC8C72}">
      <dgm:prSet/>
      <dgm:spPr/>
      <dgm:t>
        <a:bodyPr/>
        <a:lstStyle/>
        <a:p>
          <a:endParaRPr lang="en-US"/>
        </a:p>
      </dgm:t>
    </dgm:pt>
    <dgm:pt modelId="{A5E57DC9-D092-44F3-BD28-4645BBD62590}" type="sibTrans" cxnId="{5D2F84E3-02D3-4704-86CF-AE7959FC8C72}">
      <dgm:prSet/>
      <dgm:spPr/>
      <dgm:t>
        <a:bodyPr/>
        <a:lstStyle/>
        <a:p>
          <a:endParaRPr lang="en-US"/>
        </a:p>
      </dgm:t>
    </dgm:pt>
    <dgm:pt modelId="{2B20A2CC-2970-4EA2-BB85-BE856D2EB6F5}">
      <dgm:prSet/>
      <dgm:spPr/>
      <dgm:t>
        <a:bodyPr/>
        <a:lstStyle/>
        <a:p>
          <a:r>
            <a:rPr lang="en-US"/>
            <a:t>Have all items on the design walkthrough checklist been reapplied (as required)? </a:t>
          </a:r>
        </a:p>
      </dgm:t>
    </dgm:pt>
    <dgm:pt modelId="{ED8251B4-9FAA-4F42-81F9-EAE06F957E03}" type="parTrans" cxnId="{3D061F45-3DB9-4798-85A0-791A50E9A617}">
      <dgm:prSet/>
      <dgm:spPr/>
      <dgm:t>
        <a:bodyPr/>
        <a:lstStyle/>
        <a:p>
          <a:endParaRPr lang="en-US"/>
        </a:p>
      </dgm:t>
    </dgm:pt>
    <dgm:pt modelId="{CDE67B39-BFEB-4694-87AE-B9EB4BB80B4B}" type="sibTrans" cxnId="{3D061F45-3DB9-4798-85A0-791A50E9A617}">
      <dgm:prSet/>
      <dgm:spPr/>
      <dgm:t>
        <a:bodyPr/>
        <a:lstStyle/>
        <a:p>
          <a:endParaRPr lang="en-US"/>
        </a:p>
      </dgm:t>
    </dgm:pt>
    <dgm:pt modelId="{63BCFAAA-D0D1-4BD0-AE3A-2A23216EAD00}" type="pres">
      <dgm:prSet presAssocID="{219B5661-AD3A-4534-AD01-2E117727D9B4}" presName="vert0" presStyleCnt="0">
        <dgm:presLayoutVars>
          <dgm:dir/>
          <dgm:animOne val="branch"/>
          <dgm:animLvl val="lvl"/>
        </dgm:presLayoutVars>
      </dgm:prSet>
      <dgm:spPr/>
    </dgm:pt>
    <dgm:pt modelId="{6B1CA539-2EF5-47C0-9E49-B00F18DEEC83}" type="pres">
      <dgm:prSet presAssocID="{999381B8-FA44-4E0F-8626-05634CCAF9DB}" presName="thickLine" presStyleLbl="alignNode1" presStyleIdx="0" presStyleCnt="8"/>
      <dgm:spPr/>
    </dgm:pt>
    <dgm:pt modelId="{7BDF56EF-4D55-467B-ACD3-ABDDA9BFF7CA}" type="pres">
      <dgm:prSet presAssocID="{999381B8-FA44-4E0F-8626-05634CCAF9DB}" presName="horz1" presStyleCnt="0"/>
      <dgm:spPr/>
    </dgm:pt>
    <dgm:pt modelId="{2B554BB4-998A-4AEF-81C3-F77DBB3AA628}" type="pres">
      <dgm:prSet presAssocID="{999381B8-FA44-4E0F-8626-05634CCAF9DB}" presName="tx1" presStyleLbl="revTx" presStyleIdx="0" presStyleCnt="8"/>
      <dgm:spPr/>
    </dgm:pt>
    <dgm:pt modelId="{78ECCA15-91E3-4002-BECE-7EF209FB1F44}" type="pres">
      <dgm:prSet presAssocID="{999381B8-FA44-4E0F-8626-05634CCAF9DB}" presName="vert1" presStyleCnt="0"/>
      <dgm:spPr/>
    </dgm:pt>
    <dgm:pt modelId="{5FF61BDF-B330-470F-A85D-059ACF92EA36}" type="pres">
      <dgm:prSet presAssocID="{B0633A1B-88E0-45A0-9D7C-50A8D58E1321}" presName="thickLine" presStyleLbl="alignNode1" presStyleIdx="1" presStyleCnt="8"/>
      <dgm:spPr/>
    </dgm:pt>
    <dgm:pt modelId="{B86802D6-04F9-401C-8674-0A20C08D23A5}" type="pres">
      <dgm:prSet presAssocID="{B0633A1B-88E0-45A0-9D7C-50A8D58E1321}" presName="horz1" presStyleCnt="0"/>
      <dgm:spPr/>
    </dgm:pt>
    <dgm:pt modelId="{95DB5D9D-CFF1-4BA8-889A-E25148B6A9E1}" type="pres">
      <dgm:prSet presAssocID="{B0633A1B-88E0-45A0-9D7C-50A8D58E1321}" presName="tx1" presStyleLbl="revTx" presStyleIdx="1" presStyleCnt="8"/>
      <dgm:spPr/>
    </dgm:pt>
    <dgm:pt modelId="{5E60516C-9931-47A3-9425-0179A7D419B5}" type="pres">
      <dgm:prSet presAssocID="{B0633A1B-88E0-45A0-9D7C-50A8D58E1321}" presName="vert1" presStyleCnt="0"/>
      <dgm:spPr/>
    </dgm:pt>
    <dgm:pt modelId="{BE05EF98-F819-463A-9B22-54F47B715E36}" type="pres">
      <dgm:prSet presAssocID="{C964952D-B9B8-4913-8771-E475375D0FAC}" presName="thickLine" presStyleLbl="alignNode1" presStyleIdx="2" presStyleCnt="8"/>
      <dgm:spPr/>
    </dgm:pt>
    <dgm:pt modelId="{8F0244B4-3507-4854-B809-B3E00013B09E}" type="pres">
      <dgm:prSet presAssocID="{C964952D-B9B8-4913-8771-E475375D0FAC}" presName="horz1" presStyleCnt="0"/>
      <dgm:spPr/>
    </dgm:pt>
    <dgm:pt modelId="{037435B5-6808-4241-A663-1D17D2C6D726}" type="pres">
      <dgm:prSet presAssocID="{C964952D-B9B8-4913-8771-E475375D0FAC}" presName="tx1" presStyleLbl="revTx" presStyleIdx="2" presStyleCnt="8"/>
      <dgm:spPr/>
    </dgm:pt>
    <dgm:pt modelId="{967FF292-C798-47E1-B5B1-3060E8B633BE}" type="pres">
      <dgm:prSet presAssocID="{C964952D-B9B8-4913-8771-E475375D0FAC}" presName="vert1" presStyleCnt="0"/>
      <dgm:spPr/>
    </dgm:pt>
    <dgm:pt modelId="{923DE143-D8A0-4B9C-A00F-9546F9BD1CB3}" type="pres">
      <dgm:prSet presAssocID="{6C610522-E6EE-4D33-98CF-C77E3E3E04FA}" presName="thickLine" presStyleLbl="alignNode1" presStyleIdx="3" presStyleCnt="8"/>
      <dgm:spPr/>
    </dgm:pt>
    <dgm:pt modelId="{3F434508-7DA4-4437-A9C3-B206F2B2752C}" type="pres">
      <dgm:prSet presAssocID="{6C610522-E6EE-4D33-98CF-C77E3E3E04FA}" presName="horz1" presStyleCnt="0"/>
      <dgm:spPr/>
    </dgm:pt>
    <dgm:pt modelId="{FBE0BFA5-7677-4A50-A5AD-DBFD97CFEF88}" type="pres">
      <dgm:prSet presAssocID="{6C610522-E6EE-4D33-98CF-C77E3E3E04FA}" presName="tx1" presStyleLbl="revTx" presStyleIdx="3" presStyleCnt="8"/>
      <dgm:spPr/>
    </dgm:pt>
    <dgm:pt modelId="{B4A58CF4-6C41-467D-A7BB-87B708FA7C2B}" type="pres">
      <dgm:prSet presAssocID="{6C610522-E6EE-4D33-98CF-C77E3E3E04FA}" presName="vert1" presStyleCnt="0"/>
      <dgm:spPr/>
    </dgm:pt>
    <dgm:pt modelId="{9A9C3530-1D79-4605-B85C-7271873A75EC}" type="pres">
      <dgm:prSet presAssocID="{4922B154-81E0-427D-B95C-7D143F75DC6B}" presName="thickLine" presStyleLbl="alignNode1" presStyleIdx="4" presStyleCnt="8"/>
      <dgm:spPr/>
    </dgm:pt>
    <dgm:pt modelId="{6F0AB42D-B7F4-4C06-BBE0-AD862BD787EB}" type="pres">
      <dgm:prSet presAssocID="{4922B154-81E0-427D-B95C-7D143F75DC6B}" presName="horz1" presStyleCnt="0"/>
      <dgm:spPr/>
    </dgm:pt>
    <dgm:pt modelId="{B82D98F3-5D0A-4B07-B6F5-74284AA79242}" type="pres">
      <dgm:prSet presAssocID="{4922B154-81E0-427D-B95C-7D143F75DC6B}" presName="tx1" presStyleLbl="revTx" presStyleIdx="4" presStyleCnt="8"/>
      <dgm:spPr/>
    </dgm:pt>
    <dgm:pt modelId="{421EBB85-81DD-45ED-A45A-0391300031D7}" type="pres">
      <dgm:prSet presAssocID="{4922B154-81E0-427D-B95C-7D143F75DC6B}" presName="vert1" presStyleCnt="0"/>
      <dgm:spPr/>
    </dgm:pt>
    <dgm:pt modelId="{46459008-FE4D-4DB6-AF1B-0234CFD263B5}" type="pres">
      <dgm:prSet presAssocID="{3C0C1197-B23A-4EE5-A6EF-BE09E66B9D71}" presName="thickLine" presStyleLbl="alignNode1" presStyleIdx="5" presStyleCnt="8"/>
      <dgm:spPr/>
    </dgm:pt>
    <dgm:pt modelId="{32F89B74-7713-408D-BA3B-B6D8AEE51630}" type="pres">
      <dgm:prSet presAssocID="{3C0C1197-B23A-4EE5-A6EF-BE09E66B9D71}" presName="horz1" presStyleCnt="0"/>
      <dgm:spPr/>
    </dgm:pt>
    <dgm:pt modelId="{007ADA3E-FDAE-4F74-AAD4-700B4DEC2402}" type="pres">
      <dgm:prSet presAssocID="{3C0C1197-B23A-4EE5-A6EF-BE09E66B9D71}" presName="tx1" presStyleLbl="revTx" presStyleIdx="5" presStyleCnt="8"/>
      <dgm:spPr/>
    </dgm:pt>
    <dgm:pt modelId="{5B2908A7-021B-4469-B141-8867612B5ECA}" type="pres">
      <dgm:prSet presAssocID="{3C0C1197-B23A-4EE5-A6EF-BE09E66B9D71}" presName="vert1" presStyleCnt="0"/>
      <dgm:spPr/>
    </dgm:pt>
    <dgm:pt modelId="{F30EBB27-F243-4E61-9A04-C1B88FFDC09E}" type="pres">
      <dgm:prSet presAssocID="{159A67CF-55AF-4F14-B743-1B19C1C23BAF}" presName="thickLine" presStyleLbl="alignNode1" presStyleIdx="6" presStyleCnt="8"/>
      <dgm:spPr/>
    </dgm:pt>
    <dgm:pt modelId="{B743802B-7369-4F1B-A440-C3EBE7B914D5}" type="pres">
      <dgm:prSet presAssocID="{159A67CF-55AF-4F14-B743-1B19C1C23BAF}" presName="horz1" presStyleCnt="0"/>
      <dgm:spPr/>
    </dgm:pt>
    <dgm:pt modelId="{38CFF6C0-5491-4C6F-84C3-BCB49A0ADF33}" type="pres">
      <dgm:prSet presAssocID="{159A67CF-55AF-4F14-B743-1B19C1C23BAF}" presName="tx1" presStyleLbl="revTx" presStyleIdx="6" presStyleCnt="8"/>
      <dgm:spPr/>
    </dgm:pt>
    <dgm:pt modelId="{60CE1C38-3835-4EF8-8B80-2728B7EFB147}" type="pres">
      <dgm:prSet presAssocID="{159A67CF-55AF-4F14-B743-1B19C1C23BAF}" presName="vert1" presStyleCnt="0"/>
      <dgm:spPr/>
    </dgm:pt>
    <dgm:pt modelId="{A9518386-6EDB-4117-BDE3-0D3C70552B74}" type="pres">
      <dgm:prSet presAssocID="{2B20A2CC-2970-4EA2-BB85-BE856D2EB6F5}" presName="thickLine" presStyleLbl="alignNode1" presStyleIdx="7" presStyleCnt="8"/>
      <dgm:spPr/>
    </dgm:pt>
    <dgm:pt modelId="{60FDB6F3-1D56-4495-B10D-875EFB71A940}" type="pres">
      <dgm:prSet presAssocID="{2B20A2CC-2970-4EA2-BB85-BE856D2EB6F5}" presName="horz1" presStyleCnt="0"/>
      <dgm:spPr/>
    </dgm:pt>
    <dgm:pt modelId="{786847F2-6486-421D-BAAC-7927D00D6920}" type="pres">
      <dgm:prSet presAssocID="{2B20A2CC-2970-4EA2-BB85-BE856D2EB6F5}" presName="tx1" presStyleLbl="revTx" presStyleIdx="7" presStyleCnt="8"/>
      <dgm:spPr/>
    </dgm:pt>
    <dgm:pt modelId="{DC584786-893A-4731-B669-3293339CE371}" type="pres">
      <dgm:prSet presAssocID="{2B20A2CC-2970-4EA2-BB85-BE856D2EB6F5}" presName="vert1" presStyleCnt="0"/>
      <dgm:spPr/>
    </dgm:pt>
  </dgm:ptLst>
  <dgm:cxnLst>
    <dgm:cxn modelId="{80461101-6363-47C8-B6EE-7BA0133EBC9A}" srcId="{219B5661-AD3A-4534-AD01-2E117727D9B4}" destId="{3C0C1197-B23A-4EE5-A6EF-BE09E66B9D71}" srcOrd="5" destOrd="0" parTransId="{C59D13C7-9A74-4EA8-B505-DB02EEF6B593}" sibTransId="{5BAF19F5-4208-4F5A-B16F-775CFADB2D83}"/>
    <dgm:cxn modelId="{02C42804-7440-45F8-B987-79A777938D00}" type="presOf" srcId="{2B20A2CC-2970-4EA2-BB85-BE856D2EB6F5}" destId="{786847F2-6486-421D-BAAC-7927D00D6920}" srcOrd="0" destOrd="0" presId="urn:microsoft.com/office/officeart/2008/layout/LinedList"/>
    <dgm:cxn modelId="{64CCF51C-E876-450F-8EDA-15509EAA128D}" srcId="{219B5661-AD3A-4534-AD01-2E117727D9B4}" destId="{4922B154-81E0-427D-B95C-7D143F75DC6B}" srcOrd="4" destOrd="0" parTransId="{290C5D97-A164-460E-966A-1D21A10333AB}" sibTransId="{BEBCD879-7107-475E-A75A-E05F18F7A0DF}"/>
    <dgm:cxn modelId="{36D4EB35-0FEF-4C58-B2FD-3F25E52974AB}" type="presOf" srcId="{219B5661-AD3A-4534-AD01-2E117727D9B4}" destId="{63BCFAAA-D0D1-4BD0-AE3A-2A23216EAD00}" srcOrd="0" destOrd="0" presId="urn:microsoft.com/office/officeart/2008/layout/LinedList"/>
    <dgm:cxn modelId="{14B3413B-FCE0-435F-8C28-BDCC5FDBB684}" type="presOf" srcId="{C964952D-B9B8-4913-8771-E475375D0FAC}" destId="{037435B5-6808-4241-A663-1D17D2C6D726}" srcOrd="0" destOrd="0" presId="urn:microsoft.com/office/officeart/2008/layout/LinedList"/>
    <dgm:cxn modelId="{6806F363-2E60-4977-B29C-16AC6EC16AAD}" srcId="{219B5661-AD3A-4534-AD01-2E117727D9B4}" destId="{B0633A1B-88E0-45A0-9D7C-50A8D58E1321}" srcOrd="1" destOrd="0" parTransId="{85D74E37-AA7B-4FB1-AC5D-90D40C2084E4}" sibTransId="{DC0D9607-EBA2-4E00-94D9-CEB20BB1A0E5}"/>
    <dgm:cxn modelId="{3D061F45-3DB9-4798-85A0-791A50E9A617}" srcId="{219B5661-AD3A-4534-AD01-2E117727D9B4}" destId="{2B20A2CC-2970-4EA2-BB85-BE856D2EB6F5}" srcOrd="7" destOrd="0" parTransId="{ED8251B4-9FAA-4F42-81F9-EAE06F957E03}" sibTransId="{CDE67B39-BFEB-4694-87AE-B9EB4BB80B4B}"/>
    <dgm:cxn modelId="{3C0AD869-DA1E-4693-93A6-EAA51BF6CE50}" type="presOf" srcId="{3C0C1197-B23A-4EE5-A6EF-BE09E66B9D71}" destId="{007ADA3E-FDAE-4F74-AAD4-700B4DEC2402}" srcOrd="0" destOrd="0" presId="urn:microsoft.com/office/officeart/2008/layout/LinedList"/>
    <dgm:cxn modelId="{7A76FC6F-821A-4475-AE1C-9760457EF0D9}" type="presOf" srcId="{999381B8-FA44-4E0F-8626-05634CCAF9DB}" destId="{2B554BB4-998A-4AEF-81C3-F77DBB3AA628}" srcOrd="0" destOrd="0" presId="urn:microsoft.com/office/officeart/2008/layout/LinedList"/>
    <dgm:cxn modelId="{03B90371-E855-4906-B569-E1E1140CB81D}" srcId="{219B5661-AD3A-4534-AD01-2E117727D9B4}" destId="{999381B8-FA44-4E0F-8626-05634CCAF9DB}" srcOrd="0" destOrd="0" parTransId="{D64C3A90-B758-499A-ACDA-35B8D142F89A}" sibTransId="{8E6B9CBC-3CA8-4268-9F85-612C6A992167}"/>
    <dgm:cxn modelId="{2A0DA38A-E64B-40F3-A1D2-DA7144FE7842}" srcId="{219B5661-AD3A-4534-AD01-2E117727D9B4}" destId="{6C610522-E6EE-4D33-98CF-C77E3E3E04FA}" srcOrd="3" destOrd="0" parTransId="{79178119-2DE1-4E65-BC62-F54E07B976F5}" sibTransId="{9FA04451-3A08-4FCF-943D-622F80EF8836}"/>
    <dgm:cxn modelId="{1AE0F79B-4561-48C3-9D71-8CE7FE33BA8E}" type="presOf" srcId="{B0633A1B-88E0-45A0-9D7C-50A8D58E1321}" destId="{95DB5D9D-CFF1-4BA8-889A-E25148B6A9E1}" srcOrd="0" destOrd="0" presId="urn:microsoft.com/office/officeart/2008/layout/LinedList"/>
    <dgm:cxn modelId="{6B60009D-458D-4899-B9E5-A6E748496A42}" type="presOf" srcId="{159A67CF-55AF-4F14-B743-1B19C1C23BAF}" destId="{38CFF6C0-5491-4C6F-84C3-BCB49A0ADF33}" srcOrd="0" destOrd="0" presId="urn:microsoft.com/office/officeart/2008/layout/LinedList"/>
    <dgm:cxn modelId="{36CF709D-258E-4B7D-8B96-5BE07F5A04E5}" type="presOf" srcId="{6C610522-E6EE-4D33-98CF-C77E3E3E04FA}" destId="{FBE0BFA5-7677-4A50-A5AD-DBFD97CFEF88}" srcOrd="0" destOrd="0" presId="urn:microsoft.com/office/officeart/2008/layout/LinedList"/>
    <dgm:cxn modelId="{8F6839B6-CCB2-4C60-BCA8-31050E4E1BD7}" srcId="{219B5661-AD3A-4534-AD01-2E117727D9B4}" destId="{C964952D-B9B8-4913-8771-E475375D0FAC}" srcOrd="2" destOrd="0" parTransId="{B3DFEDED-DA9E-4DE9-9372-F34838AA5A61}" sibTransId="{4D9098E0-6E72-4FC6-BC52-8E4DED750300}"/>
    <dgm:cxn modelId="{5D2F84E3-02D3-4704-86CF-AE7959FC8C72}" srcId="{219B5661-AD3A-4534-AD01-2E117727D9B4}" destId="{159A67CF-55AF-4F14-B743-1B19C1C23BAF}" srcOrd="6" destOrd="0" parTransId="{B353D8E5-8445-4466-A669-005808A3C813}" sibTransId="{A5E57DC9-D092-44F3-BD28-4645BBD62590}"/>
    <dgm:cxn modelId="{8CBEA4F9-31FF-4D3B-84F6-F8987C9EA253}" type="presOf" srcId="{4922B154-81E0-427D-B95C-7D143F75DC6B}" destId="{B82D98F3-5D0A-4B07-B6F5-74284AA79242}" srcOrd="0" destOrd="0" presId="urn:microsoft.com/office/officeart/2008/layout/LinedList"/>
    <dgm:cxn modelId="{583C73A7-1B7B-4426-837B-75D2182120A8}" type="presParOf" srcId="{63BCFAAA-D0D1-4BD0-AE3A-2A23216EAD00}" destId="{6B1CA539-2EF5-47C0-9E49-B00F18DEEC83}" srcOrd="0" destOrd="0" presId="urn:microsoft.com/office/officeart/2008/layout/LinedList"/>
    <dgm:cxn modelId="{B12C7D77-2EE4-4E7A-8D1E-1E956DC0D77A}" type="presParOf" srcId="{63BCFAAA-D0D1-4BD0-AE3A-2A23216EAD00}" destId="{7BDF56EF-4D55-467B-ACD3-ABDDA9BFF7CA}" srcOrd="1" destOrd="0" presId="urn:microsoft.com/office/officeart/2008/layout/LinedList"/>
    <dgm:cxn modelId="{57145084-F7B5-4D6E-8A98-22A6E6D34E84}" type="presParOf" srcId="{7BDF56EF-4D55-467B-ACD3-ABDDA9BFF7CA}" destId="{2B554BB4-998A-4AEF-81C3-F77DBB3AA628}" srcOrd="0" destOrd="0" presId="urn:microsoft.com/office/officeart/2008/layout/LinedList"/>
    <dgm:cxn modelId="{C60AC4D3-B82A-4702-96D1-EEE461CE1F21}" type="presParOf" srcId="{7BDF56EF-4D55-467B-ACD3-ABDDA9BFF7CA}" destId="{78ECCA15-91E3-4002-BECE-7EF209FB1F44}" srcOrd="1" destOrd="0" presId="urn:microsoft.com/office/officeart/2008/layout/LinedList"/>
    <dgm:cxn modelId="{DB49910F-FB20-44BD-B0DD-1207928F68C4}" type="presParOf" srcId="{63BCFAAA-D0D1-4BD0-AE3A-2A23216EAD00}" destId="{5FF61BDF-B330-470F-A85D-059ACF92EA36}" srcOrd="2" destOrd="0" presId="urn:microsoft.com/office/officeart/2008/layout/LinedList"/>
    <dgm:cxn modelId="{13050727-7AAE-4766-B85E-A0651C10D8FA}" type="presParOf" srcId="{63BCFAAA-D0D1-4BD0-AE3A-2A23216EAD00}" destId="{B86802D6-04F9-401C-8674-0A20C08D23A5}" srcOrd="3" destOrd="0" presId="urn:microsoft.com/office/officeart/2008/layout/LinedList"/>
    <dgm:cxn modelId="{A33C702E-6213-412D-9975-A89D15708F57}" type="presParOf" srcId="{B86802D6-04F9-401C-8674-0A20C08D23A5}" destId="{95DB5D9D-CFF1-4BA8-889A-E25148B6A9E1}" srcOrd="0" destOrd="0" presId="urn:microsoft.com/office/officeart/2008/layout/LinedList"/>
    <dgm:cxn modelId="{D96790C5-AAC8-418E-B642-289BA7F4AF6E}" type="presParOf" srcId="{B86802D6-04F9-401C-8674-0A20C08D23A5}" destId="{5E60516C-9931-47A3-9425-0179A7D419B5}" srcOrd="1" destOrd="0" presId="urn:microsoft.com/office/officeart/2008/layout/LinedList"/>
    <dgm:cxn modelId="{E48F0A9A-CEEB-4347-8733-146BD3179C42}" type="presParOf" srcId="{63BCFAAA-D0D1-4BD0-AE3A-2A23216EAD00}" destId="{BE05EF98-F819-463A-9B22-54F47B715E36}" srcOrd="4" destOrd="0" presId="urn:microsoft.com/office/officeart/2008/layout/LinedList"/>
    <dgm:cxn modelId="{35357B9D-8641-4433-9E4B-AC0FB2063D21}" type="presParOf" srcId="{63BCFAAA-D0D1-4BD0-AE3A-2A23216EAD00}" destId="{8F0244B4-3507-4854-B809-B3E00013B09E}" srcOrd="5" destOrd="0" presId="urn:microsoft.com/office/officeart/2008/layout/LinedList"/>
    <dgm:cxn modelId="{B70A5D5B-EBCA-4B14-9DAA-E3EF6996F5B3}" type="presParOf" srcId="{8F0244B4-3507-4854-B809-B3E00013B09E}" destId="{037435B5-6808-4241-A663-1D17D2C6D726}" srcOrd="0" destOrd="0" presId="urn:microsoft.com/office/officeart/2008/layout/LinedList"/>
    <dgm:cxn modelId="{F4758CDC-3965-408B-9875-0C78810DBE90}" type="presParOf" srcId="{8F0244B4-3507-4854-B809-B3E00013B09E}" destId="{967FF292-C798-47E1-B5B1-3060E8B633BE}" srcOrd="1" destOrd="0" presId="urn:microsoft.com/office/officeart/2008/layout/LinedList"/>
    <dgm:cxn modelId="{00B2E616-7F8E-4598-A2A8-768F95EA736E}" type="presParOf" srcId="{63BCFAAA-D0D1-4BD0-AE3A-2A23216EAD00}" destId="{923DE143-D8A0-4B9C-A00F-9546F9BD1CB3}" srcOrd="6" destOrd="0" presId="urn:microsoft.com/office/officeart/2008/layout/LinedList"/>
    <dgm:cxn modelId="{D8CD8B83-0EB6-47A5-AE33-7307FD6E0B85}" type="presParOf" srcId="{63BCFAAA-D0D1-4BD0-AE3A-2A23216EAD00}" destId="{3F434508-7DA4-4437-A9C3-B206F2B2752C}" srcOrd="7" destOrd="0" presId="urn:microsoft.com/office/officeart/2008/layout/LinedList"/>
    <dgm:cxn modelId="{51053132-EE5C-4D88-8C31-27446BCA3CFE}" type="presParOf" srcId="{3F434508-7DA4-4437-A9C3-B206F2B2752C}" destId="{FBE0BFA5-7677-4A50-A5AD-DBFD97CFEF88}" srcOrd="0" destOrd="0" presId="urn:microsoft.com/office/officeart/2008/layout/LinedList"/>
    <dgm:cxn modelId="{CFBBF005-8820-4F53-817F-88087D4D70BD}" type="presParOf" srcId="{3F434508-7DA4-4437-A9C3-B206F2B2752C}" destId="{B4A58CF4-6C41-467D-A7BB-87B708FA7C2B}" srcOrd="1" destOrd="0" presId="urn:microsoft.com/office/officeart/2008/layout/LinedList"/>
    <dgm:cxn modelId="{DEC09801-4B04-44DB-A3B3-4553D85D2982}" type="presParOf" srcId="{63BCFAAA-D0D1-4BD0-AE3A-2A23216EAD00}" destId="{9A9C3530-1D79-4605-B85C-7271873A75EC}" srcOrd="8" destOrd="0" presId="urn:microsoft.com/office/officeart/2008/layout/LinedList"/>
    <dgm:cxn modelId="{BCDBA3C7-E892-4619-B643-A272717FF162}" type="presParOf" srcId="{63BCFAAA-D0D1-4BD0-AE3A-2A23216EAD00}" destId="{6F0AB42D-B7F4-4C06-BBE0-AD862BD787EB}" srcOrd="9" destOrd="0" presId="urn:microsoft.com/office/officeart/2008/layout/LinedList"/>
    <dgm:cxn modelId="{9934A6D1-C805-4F0C-98DF-1DEC5440D713}" type="presParOf" srcId="{6F0AB42D-B7F4-4C06-BBE0-AD862BD787EB}" destId="{B82D98F3-5D0A-4B07-B6F5-74284AA79242}" srcOrd="0" destOrd="0" presId="urn:microsoft.com/office/officeart/2008/layout/LinedList"/>
    <dgm:cxn modelId="{290C867C-4F13-49B9-86AE-47C2DAF54A2B}" type="presParOf" srcId="{6F0AB42D-B7F4-4C06-BBE0-AD862BD787EB}" destId="{421EBB85-81DD-45ED-A45A-0391300031D7}" srcOrd="1" destOrd="0" presId="urn:microsoft.com/office/officeart/2008/layout/LinedList"/>
    <dgm:cxn modelId="{E0934E76-6C6E-449C-8AEC-068D0E999466}" type="presParOf" srcId="{63BCFAAA-D0D1-4BD0-AE3A-2A23216EAD00}" destId="{46459008-FE4D-4DB6-AF1B-0234CFD263B5}" srcOrd="10" destOrd="0" presId="urn:microsoft.com/office/officeart/2008/layout/LinedList"/>
    <dgm:cxn modelId="{C4079CC3-6F0C-46EB-9878-ED3606F9C7D2}" type="presParOf" srcId="{63BCFAAA-D0D1-4BD0-AE3A-2A23216EAD00}" destId="{32F89B74-7713-408D-BA3B-B6D8AEE51630}" srcOrd="11" destOrd="0" presId="urn:microsoft.com/office/officeart/2008/layout/LinedList"/>
    <dgm:cxn modelId="{B1B97C29-3ACB-427E-A433-CC7E3553DBAB}" type="presParOf" srcId="{32F89B74-7713-408D-BA3B-B6D8AEE51630}" destId="{007ADA3E-FDAE-4F74-AAD4-700B4DEC2402}" srcOrd="0" destOrd="0" presId="urn:microsoft.com/office/officeart/2008/layout/LinedList"/>
    <dgm:cxn modelId="{F10F23C8-0094-4439-9651-D9995080E94D}" type="presParOf" srcId="{32F89B74-7713-408D-BA3B-B6D8AEE51630}" destId="{5B2908A7-021B-4469-B141-8867612B5ECA}" srcOrd="1" destOrd="0" presId="urn:microsoft.com/office/officeart/2008/layout/LinedList"/>
    <dgm:cxn modelId="{3FF8D768-224A-4742-A9B8-E4C47837B591}" type="presParOf" srcId="{63BCFAAA-D0D1-4BD0-AE3A-2A23216EAD00}" destId="{F30EBB27-F243-4E61-9A04-C1B88FFDC09E}" srcOrd="12" destOrd="0" presId="urn:microsoft.com/office/officeart/2008/layout/LinedList"/>
    <dgm:cxn modelId="{0E8D2E78-BC80-4A40-AC6C-87C695A912AC}" type="presParOf" srcId="{63BCFAAA-D0D1-4BD0-AE3A-2A23216EAD00}" destId="{B743802B-7369-4F1B-A440-C3EBE7B914D5}" srcOrd="13" destOrd="0" presId="urn:microsoft.com/office/officeart/2008/layout/LinedList"/>
    <dgm:cxn modelId="{19778E24-57E9-423C-A71E-4874103697BF}" type="presParOf" srcId="{B743802B-7369-4F1B-A440-C3EBE7B914D5}" destId="{38CFF6C0-5491-4C6F-84C3-BCB49A0ADF33}" srcOrd="0" destOrd="0" presId="urn:microsoft.com/office/officeart/2008/layout/LinedList"/>
    <dgm:cxn modelId="{EFA06E64-BD3F-43C2-9957-09300D1B46A5}" type="presParOf" srcId="{B743802B-7369-4F1B-A440-C3EBE7B914D5}" destId="{60CE1C38-3835-4EF8-8B80-2728B7EFB147}" srcOrd="1" destOrd="0" presId="urn:microsoft.com/office/officeart/2008/layout/LinedList"/>
    <dgm:cxn modelId="{1A777E76-94DD-4D2D-9876-4ACE0E6643E2}" type="presParOf" srcId="{63BCFAAA-D0D1-4BD0-AE3A-2A23216EAD00}" destId="{A9518386-6EDB-4117-BDE3-0D3C70552B74}" srcOrd="14" destOrd="0" presId="urn:microsoft.com/office/officeart/2008/layout/LinedList"/>
    <dgm:cxn modelId="{A1BB3F70-8E6C-4AED-AE74-66F3CD1DFEE5}" type="presParOf" srcId="{63BCFAAA-D0D1-4BD0-AE3A-2A23216EAD00}" destId="{60FDB6F3-1D56-4495-B10D-875EFB71A940}" srcOrd="15" destOrd="0" presId="urn:microsoft.com/office/officeart/2008/layout/LinedList"/>
    <dgm:cxn modelId="{4916DB0A-08FF-4C18-B778-358911162145}" type="presParOf" srcId="{60FDB6F3-1D56-4495-B10D-875EFB71A940}" destId="{786847F2-6486-421D-BAAC-7927D00D6920}" srcOrd="0" destOrd="0" presId="urn:microsoft.com/office/officeart/2008/layout/LinedList"/>
    <dgm:cxn modelId="{30785D3A-CB8D-4FCB-917B-E948C6D18420}" type="presParOf" srcId="{60FDB6F3-1D56-4495-B10D-875EFB71A940}" destId="{DC584786-893A-4731-B669-3293339CE37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63C344-9184-4958-BCD9-03D0536CA7B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4CFC866-242B-4293-B3A9-0E32036816E4}">
      <dgm:prSet/>
      <dgm:spPr/>
      <dgm:t>
        <a:bodyPr/>
        <a:lstStyle/>
        <a:p>
          <a:r>
            <a:rPr lang="en-US"/>
            <a:t>Have major test phases been properly identified and sequenced?</a:t>
          </a:r>
        </a:p>
      </dgm:t>
    </dgm:pt>
    <dgm:pt modelId="{D5E9B644-7288-483F-92A9-C12D09550FB3}" type="parTrans" cxnId="{ACD2BC6C-2781-4823-BCFE-C7090083AA9A}">
      <dgm:prSet/>
      <dgm:spPr/>
      <dgm:t>
        <a:bodyPr/>
        <a:lstStyle/>
        <a:p>
          <a:endParaRPr lang="en-US"/>
        </a:p>
      </dgm:t>
    </dgm:pt>
    <dgm:pt modelId="{3B36EE87-FF9F-4AD7-82BA-0AEBB8D73378}" type="sibTrans" cxnId="{ACD2BC6C-2781-4823-BCFE-C7090083AA9A}">
      <dgm:prSet/>
      <dgm:spPr/>
      <dgm:t>
        <a:bodyPr/>
        <a:lstStyle/>
        <a:p>
          <a:endParaRPr lang="en-US"/>
        </a:p>
      </dgm:t>
    </dgm:pt>
    <dgm:pt modelId="{CD4E5E70-D8D2-43A7-B277-C1CE036272FA}">
      <dgm:prSet/>
      <dgm:spPr/>
      <dgm:t>
        <a:bodyPr/>
        <a:lstStyle/>
        <a:p>
          <a:r>
            <a:rPr lang="en-US"/>
            <a:t>Has traceability to validation criteria/requirements been established as part of software requirements analysis?</a:t>
          </a:r>
        </a:p>
      </dgm:t>
    </dgm:pt>
    <dgm:pt modelId="{9AABCD71-79F3-4981-9FEB-080078149518}" type="parTrans" cxnId="{2F7D235D-F157-49AB-A8EE-3707997FE46E}">
      <dgm:prSet/>
      <dgm:spPr/>
      <dgm:t>
        <a:bodyPr/>
        <a:lstStyle/>
        <a:p>
          <a:endParaRPr lang="en-US"/>
        </a:p>
      </dgm:t>
    </dgm:pt>
    <dgm:pt modelId="{99C08139-A6CE-4347-8B4D-07331BAADD57}" type="sibTrans" cxnId="{2F7D235D-F157-49AB-A8EE-3707997FE46E}">
      <dgm:prSet/>
      <dgm:spPr/>
      <dgm:t>
        <a:bodyPr/>
        <a:lstStyle/>
        <a:p>
          <a:endParaRPr lang="en-US"/>
        </a:p>
      </dgm:t>
    </dgm:pt>
    <dgm:pt modelId="{ED174066-7115-4ABA-A8FE-8D6CFADF8D2B}">
      <dgm:prSet/>
      <dgm:spPr/>
      <dgm:t>
        <a:bodyPr/>
        <a:lstStyle/>
        <a:p>
          <a:r>
            <a:rPr lang="en-US"/>
            <a:t>Are major functions demonstrated early?</a:t>
          </a:r>
        </a:p>
      </dgm:t>
    </dgm:pt>
    <dgm:pt modelId="{2E4E9216-1CC8-4275-B473-1F272A99086C}" type="parTrans" cxnId="{069DFADE-5B77-4C95-93B5-BEF2C2DFB106}">
      <dgm:prSet/>
      <dgm:spPr/>
      <dgm:t>
        <a:bodyPr/>
        <a:lstStyle/>
        <a:p>
          <a:endParaRPr lang="en-US"/>
        </a:p>
      </dgm:t>
    </dgm:pt>
    <dgm:pt modelId="{CEB49FC8-54E2-4CF4-AFE9-C0BFE5D9EEC6}" type="sibTrans" cxnId="{069DFADE-5B77-4C95-93B5-BEF2C2DFB106}">
      <dgm:prSet/>
      <dgm:spPr/>
      <dgm:t>
        <a:bodyPr/>
        <a:lstStyle/>
        <a:p>
          <a:endParaRPr lang="en-US"/>
        </a:p>
      </dgm:t>
    </dgm:pt>
    <dgm:pt modelId="{C9CDA0B4-7D98-4CAE-8CE5-29C4D4CA466C}">
      <dgm:prSet/>
      <dgm:spPr/>
      <dgm:t>
        <a:bodyPr/>
        <a:lstStyle/>
        <a:p>
          <a:r>
            <a:rPr lang="en-US"/>
            <a:t>Is the test plan consistent with the overall project plan?</a:t>
          </a:r>
        </a:p>
      </dgm:t>
    </dgm:pt>
    <dgm:pt modelId="{24375CA6-7BC0-4DD2-97FD-15F15EDBCE75}" type="parTrans" cxnId="{236AC8BD-173C-4CC4-8B17-0492559C886B}">
      <dgm:prSet/>
      <dgm:spPr/>
      <dgm:t>
        <a:bodyPr/>
        <a:lstStyle/>
        <a:p>
          <a:endParaRPr lang="en-US"/>
        </a:p>
      </dgm:t>
    </dgm:pt>
    <dgm:pt modelId="{84324AD8-2EB2-42C1-951A-F614ED6A4BE5}" type="sibTrans" cxnId="{236AC8BD-173C-4CC4-8B17-0492559C886B}">
      <dgm:prSet/>
      <dgm:spPr/>
      <dgm:t>
        <a:bodyPr/>
        <a:lstStyle/>
        <a:p>
          <a:endParaRPr lang="en-US"/>
        </a:p>
      </dgm:t>
    </dgm:pt>
    <dgm:pt modelId="{9EA58E4F-C828-45E1-B26A-741A453F5C66}">
      <dgm:prSet/>
      <dgm:spPr/>
      <dgm:t>
        <a:bodyPr/>
        <a:lstStyle/>
        <a:p>
          <a:r>
            <a:rPr lang="en-US"/>
            <a:t>Has a test schedule been explicitly defined?</a:t>
          </a:r>
        </a:p>
      </dgm:t>
    </dgm:pt>
    <dgm:pt modelId="{64C52AF9-1384-42FB-BC23-9FDD95CEE7C2}" type="parTrans" cxnId="{6ABDCE45-4ECF-4CBF-A706-F50C19041CFA}">
      <dgm:prSet/>
      <dgm:spPr/>
      <dgm:t>
        <a:bodyPr/>
        <a:lstStyle/>
        <a:p>
          <a:endParaRPr lang="en-US"/>
        </a:p>
      </dgm:t>
    </dgm:pt>
    <dgm:pt modelId="{6230D954-BCD3-44CD-9779-A153081A0F83}" type="sibTrans" cxnId="{6ABDCE45-4ECF-4CBF-A706-F50C19041CFA}">
      <dgm:prSet/>
      <dgm:spPr/>
      <dgm:t>
        <a:bodyPr/>
        <a:lstStyle/>
        <a:p>
          <a:endParaRPr lang="en-US"/>
        </a:p>
      </dgm:t>
    </dgm:pt>
    <dgm:pt modelId="{D04C8D62-B279-4F8E-979C-C9EE6561B2BC}">
      <dgm:prSet/>
      <dgm:spPr/>
      <dgm:t>
        <a:bodyPr/>
        <a:lstStyle/>
        <a:p>
          <a:r>
            <a:rPr lang="en-US"/>
            <a:t>Are test resources and tools identified and available?</a:t>
          </a:r>
        </a:p>
      </dgm:t>
    </dgm:pt>
    <dgm:pt modelId="{C5E41608-5D3B-4745-A703-A2DD6543479C}" type="parTrans" cxnId="{CE1BCD91-ABF0-4EBB-8902-5E7081E857C0}">
      <dgm:prSet/>
      <dgm:spPr/>
      <dgm:t>
        <a:bodyPr/>
        <a:lstStyle/>
        <a:p>
          <a:endParaRPr lang="en-US"/>
        </a:p>
      </dgm:t>
    </dgm:pt>
    <dgm:pt modelId="{4AAFC70E-8F3B-4DEF-AA4F-C506A702A445}" type="sibTrans" cxnId="{CE1BCD91-ABF0-4EBB-8902-5E7081E857C0}">
      <dgm:prSet/>
      <dgm:spPr/>
      <dgm:t>
        <a:bodyPr/>
        <a:lstStyle/>
        <a:p>
          <a:endParaRPr lang="en-US"/>
        </a:p>
      </dgm:t>
    </dgm:pt>
    <dgm:pt modelId="{1D806DAB-425C-49C4-AECA-F17963ED8428}">
      <dgm:prSet/>
      <dgm:spPr/>
      <dgm:t>
        <a:bodyPr/>
        <a:lstStyle/>
        <a:p>
          <a:r>
            <a:rPr lang="en-US"/>
            <a:t>Has a test recordkeeping mechanism been established?</a:t>
          </a:r>
        </a:p>
      </dgm:t>
    </dgm:pt>
    <dgm:pt modelId="{59D6A634-B2E6-4B99-A810-ACEBBBA7ABA1}" type="parTrans" cxnId="{0FC6C816-0807-4A5E-A9FF-20B3C7C09778}">
      <dgm:prSet/>
      <dgm:spPr/>
      <dgm:t>
        <a:bodyPr/>
        <a:lstStyle/>
        <a:p>
          <a:endParaRPr lang="en-US"/>
        </a:p>
      </dgm:t>
    </dgm:pt>
    <dgm:pt modelId="{9F98C06D-7651-4CA6-992B-98A24F6E506A}" type="sibTrans" cxnId="{0FC6C816-0807-4A5E-A9FF-20B3C7C09778}">
      <dgm:prSet/>
      <dgm:spPr/>
      <dgm:t>
        <a:bodyPr/>
        <a:lstStyle/>
        <a:p>
          <a:endParaRPr lang="en-US"/>
        </a:p>
      </dgm:t>
    </dgm:pt>
    <dgm:pt modelId="{BD9BA793-1473-4DC0-9D42-BE0FBB93908E}">
      <dgm:prSet/>
      <dgm:spPr/>
      <dgm:t>
        <a:bodyPr/>
        <a:lstStyle/>
        <a:p>
          <a:r>
            <a:rPr lang="en-US"/>
            <a:t>Have test drivers and stubs been identified, and has work to develop them been scheduled?</a:t>
          </a:r>
        </a:p>
      </dgm:t>
    </dgm:pt>
    <dgm:pt modelId="{6150AD99-2778-407C-A420-7D74A1475EBF}" type="parTrans" cxnId="{64E72217-C72D-4F86-964B-B5EA9FD175EC}">
      <dgm:prSet/>
      <dgm:spPr/>
      <dgm:t>
        <a:bodyPr/>
        <a:lstStyle/>
        <a:p>
          <a:endParaRPr lang="en-US"/>
        </a:p>
      </dgm:t>
    </dgm:pt>
    <dgm:pt modelId="{2BFA4DEC-4048-4123-B392-31AD6669C962}" type="sibTrans" cxnId="{64E72217-C72D-4F86-964B-B5EA9FD175EC}">
      <dgm:prSet/>
      <dgm:spPr/>
      <dgm:t>
        <a:bodyPr/>
        <a:lstStyle/>
        <a:p>
          <a:endParaRPr lang="en-US"/>
        </a:p>
      </dgm:t>
    </dgm:pt>
    <dgm:pt modelId="{33037BF3-2704-40B7-AF6B-9568B5302F25}">
      <dgm:prSet/>
      <dgm:spPr/>
      <dgm:t>
        <a:bodyPr/>
        <a:lstStyle/>
        <a:p>
          <a:r>
            <a:rPr lang="en-US"/>
            <a:t>Has stress testing for software been specified?</a:t>
          </a:r>
        </a:p>
      </dgm:t>
    </dgm:pt>
    <dgm:pt modelId="{C9BF082D-5616-4FA1-8A8D-08AE2B1186ED}" type="parTrans" cxnId="{0B9B93DF-36E3-4CCD-A22D-AAF7F09F135B}">
      <dgm:prSet/>
      <dgm:spPr/>
      <dgm:t>
        <a:bodyPr/>
        <a:lstStyle/>
        <a:p>
          <a:endParaRPr lang="en-US"/>
        </a:p>
      </dgm:t>
    </dgm:pt>
    <dgm:pt modelId="{BF27013E-D2F0-46AD-8939-08B8C147F463}" type="sibTrans" cxnId="{0B9B93DF-36E3-4CCD-A22D-AAF7F09F135B}">
      <dgm:prSet/>
      <dgm:spPr/>
      <dgm:t>
        <a:bodyPr/>
        <a:lstStyle/>
        <a:p>
          <a:endParaRPr lang="en-US"/>
        </a:p>
      </dgm:t>
    </dgm:pt>
    <dgm:pt modelId="{67E42DD9-96DE-4E3A-9EEB-04BF73992AFD}" type="pres">
      <dgm:prSet presAssocID="{E663C344-9184-4958-BCD9-03D0536CA7B1}" presName="linear" presStyleCnt="0">
        <dgm:presLayoutVars>
          <dgm:animLvl val="lvl"/>
          <dgm:resizeHandles val="exact"/>
        </dgm:presLayoutVars>
      </dgm:prSet>
      <dgm:spPr/>
    </dgm:pt>
    <dgm:pt modelId="{33C63E23-ABBC-4291-8B37-A49E0E71B7C5}" type="pres">
      <dgm:prSet presAssocID="{D4CFC866-242B-4293-B3A9-0E32036816E4}" presName="parentText" presStyleLbl="node1" presStyleIdx="0" presStyleCnt="9">
        <dgm:presLayoutVars>
          <dgm:chMax val="0"/>
          <dgm:bulletEnabled val="1"/>
        </dgm:presLayoutVars>
      </dgm:prSet>
      <dgm:spPr/>
    </dgm:pt>
    <dgm:pt modelId="{A77E0DD7-9D8A-45AC-AEA8-FB2FEB402F06}" type="pres">
      <dgm:prSet presAssocID="{3B36EE87-FF9F-4AD7-82BA-0AEBB8D73378}" presName="spacer" presStyleCnt="0"/>
      <dgm:spPr/>
    </dgm:pt>
    <dgm:pt modelId="{0BE4C3CD-0EFB-4D93-BBD0-D016CC012E30}" type="pres">
      <dgm:prSet presAssocID="{CD4E5E70-D8D2-43A7-B277-C1CE036272FA}" presName="parentText" presStyleLbl="node1" presStyleIdx="1" presStyleCnt="9">
        <dgm:presLayoutVars>
          <dgm:chMax val="0"/>
          <dgm:bulletEnabled val="1"/>
        </dgm:presLayoutVars>
      </dgm:prSet>
      <dgm:spPr/>
    </dgm:pt>
    <dgm:pt modelId="{136374A1-1892-4B8D-B5ED-B3A55B7CC012}" type="pres">
      <dgm:prSet presAssocID="{99C08139-A6CE-4347-8B4D-07331BAADD57}" presName="spacer" presStyleCnt="0"/>
      <dgm:spPr/>
    </dgm:pt>
    <dgm:pt modelId="{6F00C102-21FD-427D-80EF-B447F72A0FEE}" type="pres">
      <dgm:prSet presAssocID="{ED174066-7115-4ABA-A8FE-8D6CFADF8D2B}" presName="parentText" presStyleLbl="node1" presStyleIdx="2" presStyleCnt="9">
        <dgm:presLayoutVars>
          <dgm:chMax val="0"/>
          <dgm:bulletEnabled val="1"/>
        </dgm:presLayoutVars>
      </dgm:prSet>
      <dgm:spPr/>
    </dgm:pt>
    <dgm:pt modelId="{067C6E00-C645-4B9D-8597-90B5FC6B86AF}" type="pres">
      <dgm:prSet presAssocID="{CEB49FC8-54E2-4CF4-AFE9-C0BFE5D9EEC6}" presName="spacer" presStyleCnt="0"/>
      <dgm:spPr/>
    </dgm:pt>
    <dgm:pt modelId="{5CDEEE8D-68EF-427D-9384-4306C993DEE0}" type="pres">
      <dgm:prSet presAssocID="{C9CDA0B4-7D98-4CAE-8CE5-29C4D4CA466C}" presName="parentText" presStyleLbl="node1" presStyleIdx="3" presStyleCnt="9">
        <dgm:presLayoutVars>
          <dgm:chMax val="0"/>
          <dgm:bulletEnabled val="1"/>
        </dgm:presLayoutVars>
      </dgm:prSet>
      <dgm:spPr/>
    </dgm:pt>
    <dgm:pt modelId="{E318A022-06B6-4326-AF11-25D64CEE83AB}" type="pres">
      <dgm:prSet presAssocID="{84324AD8-2EB2-42C1-951A-F614ED6A4BE5}" presName="spacer" presStyleCnt="0"/>
      <dgm:spPr/>
    </dgm:pt>
    <dgm:pt modelId="{6CE3A717-3D16-42FB-8EA5-FD432703BC5A}" type="pres">
      <dgm:prSet presAssocID="{9EA58E4F-C828-45E1-B26A-741A453F5C66}" presName="parentText" presStyleLbl="node1" presStyleIdx="4" presStyleCnt="9">
        <dgm:presLayoutVars>
          <dgm:chMax val="0"/>
          <dgm:bulletEnabled val="1"/>
        </dgm:presLayoutVars>
      </dgm:prSet>
      <dgm:spPr/>
    </dgm:pt>
    <dgm:pt modelId="{171CB7FE-ED0F-4640-A298-FD629185028A}" type="pres">
      <dgm:prSet presAssocID="{6230D954-BCD3-44CD-9779-A153081A0F83}" presName="spacer" presStyleCnt="0"/>
      <dgm:spPr/>
    </dgm:pt>
    <dgm:pt modelId="{6A58B268-CD59-4B91-A6FD-434F0901075A}" type="pres">
      <dgm:prSet presAssocID="{D04C8D62-B279-4F8E-979C-C9EE6561B2BC}" presName="parentText" presStyleLbl="node1" presStyleIdx="5" presStyleCnt="9">
        <dgm:presLayoutVars>
          <dgm:chMax val="0"/>
          <dgm:bulletEnabled val="1"/>
        </dgm:presLayoutVars>
      </dgm:prSet>
      <dgm:spPr/>
    </dgm:pt>
    <dgm:pt modelId="{1485BD16-E0B6-4EAE-8609-5137461F9476}" type="pres">
      <dgm:prSet presAssocID="{4AAFC70E-8F3B-4DEF-AA4F-C506A702A445}" presName="spacer" presStyleCnt="0"/>
      <dgm:spPr/>
    </dgm:pt>
    <dgm:pt modelId="{DAFC2644-C335-4F2A-BC9D-CCD37FF70E30}" type="pres">
      <dgm:prSet presAssocID="{1D806DAB-425C-49C4-AECA-F17963ED8428}" presName="parentText" presStyleLbl="node1" presStyleIdx="6" presStyleCnt="9">
        <dgm:presLayoutVars>
          <dgm:chMax val="0"/>
          <dgm:bulletEnabled val="1"/>
        </dgm:presLayoutVars>
      </dgm:prSet>
      <dgm:spPr/>
    </dgm:pt>
    <dgm:pt modelId="{2814BDE1-3715-40AC-9B9C-C931E6C048BB}" type="pres">
      <dgm:prSet presAssocID="{9F98C06D-7651-4CA6-992B-98A24F6E506A}" presName="spacer" presStyleCnt="0"/>
      <dgm:spPr/>
    </dgm:pt>
    <dgm:pt modelId="{79877B66-730E-4F24-87EC-32A5957D30C3}" type="pres">
      <dgm:prSet presAssocID="{BD9BA793-1473-4DC0-9D42-BE0FBB93908E}" presName="parentText" presStyleLbl="node1" presStyleIdx="7" presStyleCnt="9">
        <dgm:presLayoutVars>
          <dgm:chMax val="0"/>
          <dgm:bulletEnabled val="1"/>
        </dgm:presLayoutVars>
      </dgm:prSet>
      <dgm:spPr/>
    </dgm:pt>
    <dgm:pt modelId="{8697E842-BEB3-4565-AA05-092FE8082A18}" type="pres">
      <dgm:prSet presAssocID="{2BFA4DEC-4048-4123-B392-31AD6669C962}" presName="spacer" presStyleCnt="0"/>
      <dgm:spPr/>
    </dgm:pt>
    <dgm:pt modelId="{31022F28-34AF-4026-A06F-465A9592F617}" type="pres">
      <dgm:prSet presAssocID="{33037BF3-2704-40B7-AF6B-9568B5302F25}" presName="parentText" presStyleLbl="node1" presStyleIdx="8" presStyleCnt="9">
        <dgm:presLayoutVars>
          <dgm:chMax val="0"/>
          <dgm:bulletEnabled val="1"/>
        </dgm:presLayoutVars>
      </dgm:prSet>
      <dgm:spPr/>
    </dgm:pt>
  </dgm:ptLst>
  <dgm:cxnLst>
    <dgm:cxn modelId="{30637E09-58B8-43B3-9251-22F6EC0BE8A4}" type="presOf" srcId="{BD9BA793-1473-4DC0-9D42-BE0FBB93908E}" destId="{79877B66-730E-4F24-87EC-32A5957D30C3}" srcOrd="0" destOrd="0" presId="urn:microsoft.com/office/officeart/2005/8/layout/vList2"/>
    <dgm:cxn modelId="{0FC6C816-0807-4A5E-A9FF-20B3C7C09778}" srcId="{E663C344-9184-4958-BCD9-03D0536CA7B1}" destId="{1D806DAB-425C-49C4-AECA-F17963ED8428}" srcOrd="6" destOrd="0" parTransId="{59D6A634-B2E6-4B99-A810-ACEBBBA7ABA1}" sibTransId="{9F98C06D-7651-4CA6-992B-98A24F6E506A}"/>
    <dgm:cxn modelId="{64E72217-C72D-4F86-964B-B5EA9FD175EC}" srcId="{E663C344-9184-4958-BCD9-03D0536CA7B1}" destId="{BD9BA793-1473-4DC0-9D42-BE0FBB93908E}" srcOrd="7" destOrd="0" parTransId="{6150AD99-2778-407C-A420-7D74A1475EBF}" sibTransId="{2BFA4DEC-4048-4123-B392-31AD6669C962}"/>
    <dgm:cxn modelId="{9B0F3C2F-51BE-4326-B66A-754F301A02F9}" type="presOf" srcId="{CD4E5E70-D8D2-43A7-B277-C1CE036272FA}" destId="{0BE4C3CD-0EFB-4D93-BBD0-D016CC012E30}" srcOrd="0" destOrd="0" presId="urn:microsoft.com/office/officeart/2005/8/layout/vList2"/>
    <dgm:cxn modelId="{2F7D235D-F157-49AB-A8EE-3707997FE46E}" srcId="{E663C344-9184-4958-BCD9-03D0536CA7B1}" destId="{CD4E5E70-D8D2-43A7-B277-C1CE036272FA}" srcOrd="1" destOrd="0" parTransId="{9AABCD71-79F3-4981-9FEB-080078149518}" sibTransId="{99C08139-A6CE-4347-8B4D-07331BAADD57}"/>
    <dgm:cxn modelId="{7FCD8E62-36E7-4A1D-A08B-D88C89C58BDB}" type="presOf" srcId="{9EA58E4F-C828-45E1-B26A-741A453F5C66}" destId="{6CE3A717-3D16-42FB-8EA5-FD432703BC5A}" srcOrd="0" destOrd="0" presId="urn:microsoft.com/office/officeart/2005/8/layout/vList2"/>
    <dgm:cxn modelId="{6ABDCE45-4ECF-4CBF-A706-F50C19041CFA}" srcId="{E663C344-9184-4958-BCD9-03D0536CA7B1}" destId="{9EA58E4F-C828-45E1-B26A-741A453F5C66}" srcOrd="4" destOrd="0" parTransId="{64C52AF9-1384-42FB-BC23-9FDD95CEE7C2}" sibTransId="{6230D954-BCD3-44CD-9779-A153081A0F83}"/>
    <dgm:cxn modelId="{ACD2BC6C-2781-4823-BCFE-C7090083AA9A}" srcId="{E663C344-9184-4958-BCD9-03D0536CA7B1}" destId="{D4CFC866-242B-4293-B3A9-0E32036816E4}" srcOrd="0" destOrd="0" parTransId="{D5E9B644-7288-483F-92A9-C12D09550FB3}" sibTransId="{3B36EE87-FF9F-4AD7-82BA-0AEBB8D73378}"/>
    <dgm:cxn modelId="{CE1BCD91-ABF0-4EBB-8902-5E7081E857C0}" srcId="{E663C344-9184-4958-BCD9-03D0536CA7B1}" destId="{D04C8D62-B279-4F8E-979C-C9EE6561B2BC}" srcOrd="5" destOrd="0" parTransId="{C5E41608-5D3B-4745-A703-A2DD6543479C}" sibTransId="{4AAFC70E-8F3B-4DEF-AA4F-C506A702A445}"/>
    <dgm:cxn modelId="{5FBA8592-391C-44E2-AE51-BD75ACEA8E8A}" type="presOf" srcId="{33037BF3-2704-40B7-AF6B-9568B5302F25}" destId="{31022F28-34AF-4026-A06F-465A9592F617}" srcOrd="0" destOrd="0" presId="urn:microsoft.com/office/officeart/2005/8/layout/vList2"/>
    <dgm:cxn modelId="{9C8B6A9E-DC44-48A7-9B69-525DFFF2A134}" type="presOf" srcId="{1D806DAB-425C-49C4-AECA-F17963ED8428}" destId="{DAFC2644-C335-4F2A-BC9D-CCD37FF70E30}" srcOrd="0" destOrd="0" presId="urn:microsoft.com/office/officeart/2005/8/layout/vList2"/>
    <dgm:cxn modelId="{22DD0CA4-72A8-4C25-9C01-96A1F58D8559}" type="presOf" srcId="{D4CFC866-242B-4293-B3A9-0E32036816E4}" destId="{33C63E23-ABBC-4291-8B37-A49E0E71B7C5}" srcOrd="0" destOrd="0" presId="urn:microsoft.com/office/officeart/2005/8/layout/vList2"/>
    <dgm:cxn modelId="{30753AA7-1623-4BD2-AD46-0B988E801FF3}" type="presOf" srcId="{ED174066-7115-4ABA-A8FE-8D6CFADF8D2B}" destId="{6F00C102-21FD-427D-80EF-B447F72A0FEE}" srcOrd="0" destOrd="0" presId="urn:microsoft.com/office/officeart/2005/8/layout/vList2"/>
    <dgm:cxn modelId="{236AC8BD-173C-4CC4-8B17-0492559C886B}" srcId="{E663C344-9184-4958-BCD9-03D0536CA7B1}" destId="{C9CDA0B4-7D98-4CAE-8CE5-29C4D4CA466C}" srcOrd="3" destOrd="0" parTransId="{24375CA6-7BC0-4DD2-97FD-15F15EDBCE75}" sibTransId="{84324AD8-2EB2-42C1-951A-F614ED6A4BE5}"/>
    <dgm:cxn modelId="{00F669CC-4241-44B0-8987-BA5185803EAA}" type="presOf" srcId="{D04C8D62-B279-4F8E-979C-C9EE6561B2BC}" destId="{6A58B268-CD59-4B91-A6FD-434F0901075A}" srcOrd="0" destOrd="0" presId="urn:microsoft.com/office/officeart/2005/8/layout/vList2"/>
    <dgm:cxn modelId="{5ADD0DCD-EA60-475D-B59F-80E8DAB6F1EC}" type="presOf" srcId="{E663C344-9184-4958-BCD9-03D0536CA7B1}" destId="{67E42DD9-96DE-4E3A-9EEB-04BF73992AFD}" srcOrd="0" destOrd="0" presId="urn:microsoft.com/office/officeart/2005/8/layout/vList2"/>
    <dgm:cxn modelId="{069DFADE-5B77-4C95-93B5-BEF2C2DFB106}" srcId="{E663C344-9184-4958-BCD9-03D0536CA7B1}" destId="{ED174066-7115-4ABA-A8FE-8D6CFADF8D2B}" srcOrd="2" destOrd="0" parTransId="{2E4E9216-1CC8-4275-B473-1F272A99086C}" sibTransId="{CEB49FC8-54E2-4CF4-AFE9-C0BFE5D9EEC6}"/>
    <dgm:cxn modelId="{0B9B93DF-36E3-4CCD-A22D-AAF7F09F135B}" srcId="{E663C344-9184-4958-BCD9-03D0536CA7B1}" destId="{33037BF3-2704-40B7-AF6B-9568B5302F25}" srcOrd="8" destOrd="0" parTransId="{C9BF082D-5616-4FA1-8A8D-08AE2B1186ED}" sibTransId="{BF27013E-D2F0-46AD-8939-08B8C147F463}"/>
    <dgm:cxn modelId="{68A48BF1-F93D-46DB-8414-24430BD4348A}" type="presOf" srcId="{C9CDA0B4-7D98-4CAE-8CE5-29C4D4CA466C}" destId="{5CDEEE8D-68EF-427D-9384-4306C993DEE0}" srcOrd="0" destOrd="0" presId="urn:microsoft.com/office/officeart/2005/8/layout/vList2"/>
    <dgm:cxn modelId="{0638C825-A56F-47D0-B36E-1BDAFC2AFF77}" type="presParOf" srcId="{67E42DD9-96DE-4E3A-9EEB-04BF73992AFD}" destId="{33C63E23-ABBC-4291-8B37-A49E0E71B7C5}" srcOrd="0" destOrd="0" presId="urn:microsoft.com/office/officeart/2005/8/layout/vList2"/>
    <dgm:cxn modelId="{223C0231-CFE3-4F21-9820-BE70072A1669}" type="presParOf" srcId="{67E42DD9-96DE-4E3A-9EEB-04BF73992AFD}" destId="{A77E0DD7-9D8A-45AC-AEA8-FB2FEB402F06}" srcOrd="1" destOrd="0" presId="urn:microsoft.com/office/officeart/2005/8/layout/vList2"/>
    <dgm:cxn modelId="{A274AEEC-F263-48AF-BD65-8213681D2CC3}" type="presParOf" srcId="{67E42DD9-96DE-4E3A-9EEB-04BF73992AFD}" destId="{0BE4C3CD-0EFB-4D93-BBD0-D016CC012E30}" srcOrd="2" destOrd="0" presId="urn:microsoft.com/office/officeart/2005/8/layout/vList2"/>
    <dgm:cxn modelId="{42752C49-FAB3-4CCF-A7D1-1A045BE96AB9}" type="presParOf" srcId="{67E42DD9-96DE-4E3A-9EEB-04BF73992AFD}" destId="{136374A1-1892-4B8D-B5ED-B3A55B7CC012}" srcOrd="3" destOrd="0" presId="urn:microsoft.com/office/officeart/2005/8/layout/vList2"/>
    <dgm:cxn modelId="{6680D80C-C231-4918-8401-B25D190C178F}" type="presParOf" srcId="{67E42DD9-96DE-4E3A-9EEB-04BF73992AFD}" destId="{6F00C102-21FD-427D-80EF-B447F72A0FEE}" srcOrd="4" destOrd="0" presId="urn:microsoft.com/office/officeart/2005/8/layout/vList2"/>
    <dgm:cxn modelId="{D2489BD6-5F58-4CC9-B964-30596DB6685A}" type="presParOf" srcId="{67E42DD9-96DE-4E3A-9EEB-04BF73992AFD}" destId="{067C6E00-C645-4B9D-8597-90B5FC6B86AF}" srcOrd="5" destOrd="0" presId="urn:microsoft.com/office/officeart/2005/8/layout/vList2"/>
    <dgm:cxn modelId="{062C9DAF-3E03-492F-BE7A-D8D3A4302745}" type="presParOf" srcId="{67E42DD9-96DE-4E3A-9EEB-04BF73992AFD}" destId="{5CDEEE8D-68EF-427D-9384-4306C993DEE0}" srcOrd="6" destOrd="0" presId="urn:microsoft.com/office/officeart/2005/8/layout/vList2"/>
    <dgm:cxn modelId="{A414C178-00DA-48B8-B7D5-B6215A30AE04}" type="presParOf" srcId="{67E42DD9-96DE-4E3A-9EEB-04BF73992AFD}" destId="{E318A022-06B6-4326-AF11-25D64CEE83AB}" srcOrd="7" destOrd="0" presId="urn:microsoft.com/office/officeart/2005/8/layout/vList2"/>
    <dgm:cxn modelId="{1E605D72-B693-498C-903A-E156F6A7AC14}" type="presParOf" srcId="{67E42DD9-96DE-4E3A-9EEB-04BF73992AFD}" destId="{6CE3A717-3D16-42FB-8EA5-FD432703BC5A}" srcOrd="8" destOrd="0" presId="urn:microsoft.com/office/officeart/2005/8/layout/vList2"/>
    <dgm:cxn modelId="{054BD44D-3A7B-4A23-AA5E-81BEC5BD35A4}" type="presParOf" srcId="{67E42DD9-96DE-4E3A-9EEB-04BF73992AFD}" destId="{171CB7FE-ED0F-4640-A298-FD629185028A}" srcOrd="9" destOrd="0" presId="urn:microsoft.com/office/officeart/2005/8/layout/vList2"/>
    <dgm:cxn modelId="{9675E93E-2FDE-4C20-B920-0CFED136F999}" type="presParOf" srcId="{67E42DD9-96DE-4E3A-9EEB-04BF73992AFD}" destId="{6A58B268-CD59-4B91-A6FD-434F0901075A}" srcOrd="10" destOrd="0" presId="urn:microsoft.com/office/officeart/2005/8/layout/vList2"/>
    <dgm:cxn modelId="{403DA2A5-A649-43E6-82D1-0CFFF822729D}" type="presParOf" srcId="{67E42DD9-96DE-4E3A-9EEB-04BF73992AFD}" destId="{1485BD16-E0B6-4EAE-8609-5137461F9476}" srcOrd="11" destOrd="0" presId="urn:microsoft.com/office/officeart/2005/8/layout/vList2"/>
    <dgm:cxn modelId="{6470E547-15E2-44AA-8776-9EE6EE19A6B7}" type="presParOf" srcId="{67E42DD9-96DE-4E3A-9EEB-04BF73992AFD}" destId="{DAFC2644-C335-4F2A-BC9D-CCD37FF70E30}" srcOrd="12" destOrd="0" presId="urn:microsoft.com/office/officeart/2005/8/layout/vList2"/>
    <dgm:cxn modelId="{AADC26D4-F015-403A-8165-BE7FFAD8074E}" type="presParOf" srcId="{67E42DD9-96DE-4E3A-9EEB-04BF73992AFD}" destId="{2814BDE1-3715-40AC-9B9C-C931E6C048BB}" srcOrd="13" destOrd="0" presId="urn:microsoft.com/office/officeart/2005/8/layout/vList2"/>
    <dgm:cxn modelId="{4BD17F39-CDFF-4A7A-91F9-E381918071F9}" type="presParOf" srcId="{67E42DD9-96DE-4E3A-9EEB-04BF73992AFD}" destId="{79877B66-730E-4F24-87EC-32A5957D30C3}" srcOrd="14" destOrd="0" presId="urn:microsoft.com/office/officeart/2005/8/layout/vList2"/>
    <dgm:cxn modelId="{96C7DAE1-6C66-47E9-8C72-4333013B1BE5}" type="presParOf" srcId="{67E42DD9-96DE-4E3A-9EEB-04BF73992AFD}" destId="{8697E842-BEB3-4565-AA05-092FE8082A18}" srcOrd="15" destOrd="0" presId="urn:microsoft.com/office/officeart/2005/8/layout/vList2"/>
    <dgm:cxn modelId="{BCD3BCFA-7F84-4B35-AD85-AF061A4F5498}" type="presParOf" srcId="{67E42DD9-96DE-4E3A-9EEB-04BF73992AFD}" destId="{31022F28-34AF-4026-A06F-465A9592F617}"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2940B75-6071-47E7-A3E1-64B283D5E69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5130A1C-46C7-49F6-B7AD-27035ED86F9B}">
      <dgm:prSet/>
      <dgm:spPr/>
      <dgm:t>
        <a:bodyPr/>
        <a:lstStyle/>
        <a:p>
          <a:r>
            <a:rPr lang="en-US"/>
            <a:t>Have both white and black box tests been specified?</a:t>
          </a:r>
        </a:p>
      </dgm:t>
    </dgm:pt>
    <dgm:pt modelId="{D96F5589-ACA5-473E-9074-046EDD00ADE6}" type="parTrans" cxnId="{AFF1A4BA-A724-4983-97E6-BAC447C6761E}">
      <dgm:prSet/>
      <dgm:spPr/>
      <dgm:t>
        <a:bodyPr/>
        <a:lstStyle/>
        <a:p>
          <a:endParaRPr lang="en-US"/>
        </a:p>
      </dgm:t>
    </dgm:pt>
    <dgm:pt modelId="{0267B911-C1DA-443D-86A2-063F27E48B22}" type="sibTrans" cxnId="{AFF1A4BA-A724-4983-97E6-BAC447C6761E}">
      <dgm:prSet/>
      <dgm:spPr/>
      <dgm:t>
        <a:bodyPr/>
        <a:lstStyle/>
        <a:p>
          <a:endParaRPr lang="en-US"/>
        </a:p>
      </dgm:t>
    </dgm:pt>
    <dgm:pt modelId="{5B65E795-2F37-4C47-AABC-94DA214032BC}">
      <dgm:prSet/>
      <dgm:spPr/>
      <dgm:t>
        <a:bodyPr/>
        <a:lstStyle/>
        <a:p>
          <a:r>
            <a:rPr lang="en-US"/>
            <a:t>Have all independent logic paths been tested?</a:t>
          </a:r>
        </a:p>
      </dgm:t>
    </dgm:pt>
    <dgm:pt modelId="{AECAEF4A-5033-4D3C-97A5-E1C19BC2564C}" type="parTrans" cxnId="{31720190-2B03-49E6-ACE7-1A33BF6FBE5F}">
      <dgm:prSet/>
      <dgm:spPr/>
      <dgm:t>
        <a:bodyPr/>
        <a:lstStyle/>
        <a:p>
          <a:endParaRPr lang="en-US"/>
        </a:p>
      </dgm:t>
    </dgm:pt>
    <dgm:pt modelId="{5D2C15AE-A93B-4397-ACD3-E88E6EA3F632}" type="sibTrans" cxnId="{31720190-2B03-49E6-ACE7-1A33BF6FBE5F}">
      <dgm:prSet/>
      <dgm:spPr/>
      <dgm:t>
        <a:bodyPr/>
        <a:lstStyle/>
        <a:p>
          <a:endParaRPr lang="en-US"/>
        </a:p>
      </dgm:t>
    </dgm:pt>
    <dgm:pt modelId="{131B2156-5BDC-44CE-AB56-AFCF678770E0}">
      <dgm:prSet/>
      <dgm:spPr/>
      <dgm:t>
        <a:bodyPr/>
        <a:lstStyle/>
        <a:p>
          <a:r>
            <a:rPr lang="en-US"/>
            <a:t>Have test cases been identified and listed with expected results?</a:t>
          </a:r>
        </a:p>
      </dgm:t>
    </dgm:pt>
    <dgm:pt modelId="{951883F6-5789-4E52-A9E6-66AA8DDC9EEF}" type="parTrans" cxnId="{38765D64-43A6-4E33-A229-B21E59B980AE}">
      <dgm:prSet/>
      <dgm:spPr/>
      <dgm:t>
        <a:bodyPr/>
        <a:lstStyle/>
        <a:p>
          <a:endParaRPr lang="en-US"/>
        </a:p>
      </dgm:t>
    </dgm:pt>
    <dgm:pt modelId="{87D101B9-176C-4EA0-9CE3-6EC533A4F5C4}" type="sibTrans" cxnId="{38765D64-43A6-4E33-A229-B21E59B980AE}">
      <dgm:prSet/>
      <dgm:spPr/>
      <dgm:t>
        <a:bodyPr/>
        <a:lstStyle/>
        <a:p>
          <a:endParaRPr lang="en-US"/>
        </a:p>
      </dgm:t>
    </dgm:pt>
    <dgm:pt modelId="{3F8F069D-AC3B-4BAC-9AA5-080C154027F0}">
      <dgm:prSet/>
      <dgm:spPr/>
      <dgm:t>
        <a:bodyPr/>
        <a:lstStyle/>
        <a:p>
          <a:r>
            <a:rPr lang="en-US"/>
            <a:t>Is error handling to be tested?</a:t>
          </a:r>
        </a:p>
      </dgm:t>
    </dgm:pt>
    <dgm:pt modelId="{CCAECDAC-E850-490E-9D30-1B9E839E4103}" type="parTrans" cxnId="{93361C5E-14C9-4938-B947-CC7E00F94B1A}">
      <dgm:prSet/>
      <dgm:spPr/>
      <dgm:t>
        <a:bodyPr/>
        <a:lstStyle/>
        <a:p>
          <a:endParaRPr lang="en-US"/>
        </a:p>
      </dgm:t>
    </dgm:pt>
    <dgm:pt modelId="{2B02860D-1F45-495B-A055-65D91A203F89}" type="sibTrans" cxnId="{93361C5E-14C9-4938-B947-CC7E00F94B1A}">
      <dgm:prSet/>
      <dgm:spPr/>
      <dgm:t>
        <a:bodyPr/>
        <a:lstStyle/>
        <a:p>
          <a:endParaRPr lang="en-US"/>
        </a:p>
      </dgm:t>
    </dgm:pt>
    <dgm:pt modelId="{C226108C-7679-429D-866F-4F21270B1745}">
      <dgm:prSet/>
      <dgm:spPr/>
      <dgm:t>
        <a:bodyPr/>
        <a:lstStyle/>
        <a:p>
          <a:r>
            <a:rPr lang="en-US"/>
            <a:t>Are boundary values to be tested?</a:t>
          </a:r>
        </a:p>
      </dgm:t>
    </dgm:pt>
    <dgm:pt modelId="{F9AA22FA-540E-42A5-A1CF-05AB9948BC78}" type="parTrans" cxnId="{17516DEB-1F77-4EC1-9D17-2324F490C9DA}">
      <dgm:prSet/>
      <dgm:spPr/>
      <dgm:t>
        <a:bodyPr/>
        <a:lstStyle/>
        <a:p>
          <a:endParaRPr lang="en-US"/>
        </a:p>
      </dgm:t>
    </dgm:pt>
    <dgm:pt modelId="{91D52D8A-A241-410B-8F05-2954AD91FDF6}" type="sibTrans" cxnId="{17516DEB-1F77-4EC1-9D17-2324F490C9DA}">
      <dgm:prSet/>
      <dgm:spPr/>
      <dgm:t>
        <a:bodyPr/>
        <a:lstStyle/>
        <a:p>
          <a:endParaRPr lang="en-US"/>
        </a:p>
      </dgm:t>
    </dgm:pt>
    <dgm:pt modelId="{D08E626B-1FCD-4F3E-AF67-E80CE744A2AA}">
      <dgm:prSet/>
      <dgm:spPr/>
      <dgm:t>
        <a:bodyPr/>
        <a:lstStyle/>
        <a:p>
          <a:r>
            <a:rPr lang="en-US"/>
            <a:t>Are timing and performance to be tested?</a:t>
          </a:r>
        </a:p>
      </dgm:t>
    </dgm:pt>
    <dgm:pt modelId="{2CA7D7DF-FD80-4E79-80A8-C859C9E151F1}" type="parTrans" cxnId="{B60C6788-DB74-43DD-AAB0-693F1B346542}">
      <dgm:prSet/>
      <dgm:spPr/>
      <dgm:t>
        <a:bodyPr/>
        <a:lstStyle/>
        <a:p>
          <a:endParaRPr lang="en-US"/>
        </a:p>
      </dgm:t>
    </dgm:pt>
    <dgm:pt modelId="{BB90D5D8-43B9-481D-966A-398CB0608874}" type="sibTrans" cxnId="{B60C6788-DB74-43DD-AAB0-693F1B346542}">
      <dgm:prSet/>
      <dgm:spPr/>
      <dgm:t>
        <a:bodyPr/>
        <a:lstStyle/>
        <a:p>
          <a:endParaRPr lang="en-US"/>
        </a:p>
      </dgm:t>
    </dgm:pt>
    <dgm:pt modelId="{CE4D3B83-FBE7-4B83-AC3B-FA88E36BECFE}">
      <dgm:prSet/>
      <dgm:spPr/>
      <dgm:t>
        <a:bodyPr/>
        <a:lstStyle/>
        <a:p>
          <a:r>
            <a:rPr lang="en-US"/>
            <a:t>Has acceptable variation from expected results been specified?</a:t>
          </a:r>
        </a:p>
      </dgm:t>
    </dgm:pt>
    <dgm:pt modelId="{2DE573F7-618E-4B97-87BD-46712373C55D}" type="parTrans" cxnId="{26BA91D1-ED01-41C1-AADF-9BC0EDB3912D}">
      <dgm:prSet/>
      <dgm:spPr/>
      <dgm:t>
        <a:bodyPr/>
        <a:lstStyle/>
        <a:p>
          <a:endParaRPr lang="en-US"/>
        </a:p>
      </dgm:t>
    </dgm:pt>
    <dgm:pt modelId="{51A0C157-C2C9-4D1E-A92D-764177EE595B}" type="sibTrans" cxnId="{26BA91D1-ED01-41C1-AADF-9BC0EDB3912D}">
      <dgm:prSet/>
      <dgm:spPr/>
      <dgm:t>
        <a:bodyPr/>
        <a:lstStyle/>
        <a:p>
          <a:endParaRPr lang="en-US"/>
        </a:p>
      </dgm:t>
    </dgm:pt>
    <dgm:pt modelId="{41F31CE9-4FB4-4F30-B0AD-F456F2182F82}" type="pres">
      <dgm:prSet presAssocID="{22940B75-6071-47E7-A3E1-64B283D5E694}" presName="vert0" presStyleCnt="0">
        <dgm:presLayoutVars>
          <dgm:dir/>
          <dgm:animOne val="branch"/>
          <dgm:animLvl val="lvl"/>
        </dgm:presLayoutVars>
      </dgm:prSet>
      <dgm:spPr/>
    </dgm:pt>
    <dgm:pt modelId="{2C76257F-439E-4887-9BC4-5E9CC53A1B9F}" type="pres">
      <dgm:prSet presAssocID="{E5130A1C-46C7-49F6-B7AD-27035ED86F9B}" presName="thickLine" presStyleLbl="alignNode1" presStyleIdx="0" presStyleCnt="7"/>
      <dgm:spPr/>
    </dgm:pt>
    <dgm:pt modelId="{60254631-C3FA-422A-86DD-E78A85BEFF5D}" type="pres">
      <dgm:prSet presAssocID="{E5130A1C-46C7-49F6-B7AD-27035ED86F9B}" presName="horz1" presStyleCnt="0"/>
      <dgm:spPr/>
    </dgm:pt>
    <dgm:pt modelId="{B382A4C4-65DB-4992-A5C0-2CB15EEBF293}" type="pres">
      <dgm:prSet presAssocID="{E5130A1C-46C7-49F6-B7AD-27035ED86F9B}" presName="tx1" presStyleLbl="revTx" presStyleIdx="0" presStyleCnt="7"/>
      <dgm:spPr/>
    </dgm:pt>
    <dgm:pt modelId="{1D7D94F3-41E9-4287-A3B8-D3B9EAA6EF88}" type="pres">
      <dgm:prSet presAssocID="{E5130A1C-46C7-49F6-B7AD-27035ED86F9B}" presName="vert1" presStyleCnt="0"/>
      <dgm:spPr/>
    </dgm:pt>
    <dgm:pt modelId="{7AE9CFB7-A79C-456F-9718-B0FCAD559C8D}" type="pres">
      <dgm:prSet presAssocID="{5B65E795-2F37-4C47-AABC-94DA214032BC}" presName="thickLine" presStyleLbl="alignNode1" presStyleIdx="1" presStyleCnt="7"/>
      <dgm:spPr/>
    </dgm:pt>
    <dgm:pt modelId="{441D3BB9-4EBE-4A26-A49A-9C40A942743A}" type="pres">
      <dgm:prSet presAssocID="{5B65E795-2F37-4C47-AABC-94DA214032BC}" presName="horz1" presStyleCnt="0"/>
      <dgm:spPr/>
    </dgm:pt>
    <dgm:pt modelId="{34607D85-9972-4503-AD6F-0956C09F7195}" type="pres">
      <dgm:prSet presAssocID="{5B65E795-2F37-4C47-AABC-94DA214032BC}" presName="tx1" presStyleLbl="revTx" presStyleIdx="1" presStyleCnt="7"/>
      <dgm:spPr/>
    </dgm:pt>
    <dgm:pt modelId="{86B51335-FC81-4A77-AC09-3343627C2ACD}" type="pres">
      <dgm:prSet presAssocID="{5B65E795-2F37-4C47-AABC-94DA214032BC}" presName="vert1" presStyleCnt="0"/>
      <dgm:spPr/>
    </dgm:pt>
    <dgm:pt modelId="{ED6CF7E6-C5DE-4C96-81AE-86845440092A}" type="pres">
      <dgm:prSet presAssocID="{131B2156-5BDC-44CE-AB56-AFCF678770E0}" presName="thickLine" presStyleLbl="alignNode1" presStyleIdx="2" presStyleCnt="7"/>
      <dgm:spPr/>
    </dgm:pt>
    <dgm:pt modelId="{49EFFEBF-5FA3-4139-86E5-1C89CF1BB2A2}" type="pres">
      <dgm:prSet presAssocID="{131B2156-5BDC-44CE-AB56-AFCF678770E0}" presName="horz1" presStyleCnt="0"/>
      <dgm:spPr/>
    </dgm:pt>
    <dgm:pt modelId="{AC26A7C4-A50A-44FE-B859-DDFA7FFB3353}" type="pres">
      <dgm:prSet presAssocID="{131B2156-5BDC-44CE-AB56-AFCF678770E0}" presName="tx1" presStyleLbl="revTx" presStyleIdx="2" presStyleCnt="7"/>
      <dgm:spPr/>
    </dgm:pt>
    <dgm:pt modelId="{F451DCF5-11F1-488E-A403-38B22D672C19}" type="pres">
      <dgm:prSet presAssocID="{131B2156-5BDC-44CE-AB56-AFCF678770E0}" presName="vert1" presStyleCnt="0"/>
      <dgm:spPr/>
    </dgm:pt>
    <dgm:pt modelId="{08873F59-D48F-45A5-BA8F-F66672D94CE8}" type="pres">
      <dgm:prSet presAssocID="{3F8F069D-AC3B-4BAC-9AA5-080C154027F0}" presName="thickLine" presStyleLbl="alignNode1" presStyleIdx="3" presStyleCnt="7"/>
      <dgm:spPr/>
    </dgm:pt>
    <dgm:pt modelId="{56D516F4-8C6E-4338-8E6B-70653AC6EEE6}" type="pres">
      <dgm:prSet presAssocID="{3F8F069D-AC3B-4BAC-9AA5-080C154027F0}" presName="horz1" presStyleCnt="0"/>
      <dgm:spPr/>
    </dgm:pt>
    <dgm:pt modelId="{03CD9BFE-DD86-4700-808F-695B0BBF0A13}" type="pres">
      <dgm:prSet presAssocID="{3F8F069D-AC3B-4BAC-9AA5-080C154027F0}" presName="tx1" presStyleLbl="revTx" presStyleIdx="3" presStyleCnt="7"/>
      <dgm:spPr/>
    </dgm:pt>
    <dgm:pt modelId="{00BDD6FE-4B07-46BB-8E83-A46DFE233E7E}" type="pres">
      <dgm:prSet presAssocID="{3F8F069D-AC3B-4BAC-9AA5-080C154027F0}" presName="vert1" presStyleCnt="0"/>
      <dgm:spPr/>
    </dgm:pt>
    <dgm:pt modelId="{66ADE311-558E-40D3-AD25-296BB6FE9889}" type="pres">
      <dgm:prSet presAssocID="{C226108C-7679-429D-866F-4F21270B1745}" presName="thickLine" presStyleLbl="alignNode1" presStyleIdx="4" presStyleCnt="7"/>
      <dgm:spPr/>
    </dgm:pt>
    <dgm:pt modelId="{669D21E7-ACC3-4098-BD49-DB003F9B26CD}" type="pres">
      <dgm:prSet presAssocID="{C226108C-7679-429D-866F-4F21270B1745}" presName="horz1" presStyleCnt="0"/>
      <dgm:spPr/>
    </dgm:pt>
    <dgm:pt modelId="{34B049AC-6977-4DA7-A90E-1F7ED6C95A23}" type="pres">
      <dgm:prSet presAssocID="{C226108C-7679-429D-866F-4F21270B1745}" presName="tx1" presStyleLbl="revTx" presStyleIdx="4" presStyleCnt="7"/>
      <dgm:spPr/>
    </dgm:pt>
    <dgm:pt modelId="{5586E530-364A-4FFE-BC91-3FFEDE2F1114}" type="pres">
      <dgm:prSet presAssocID="{C226108C-7679-429D-866F-4F21270B1745}" presName="vert1" presStyleCnt="0"/>
      <dgm:spPr/>
    </dgm:pt>
    <dgm:pt modelId="{DF8AD831-B862-437F-8062-456044710BC0}" type="pres">
      <dgm:prSet presAssocID="{D08E626B-1FCD-4F3E-AF67-E80CE744A2AA}" presName="thickLine" presStyleLbl="alignNode1" presStyleIdx="5" presStyleCnt="7"/>
      <dgm:spPr/>
    </dgm:pt>
    <dgm:pt modelId="{72EC5807-1E29-419D-9762-633F0D4A77A0}" type="pres">
      <dgm:prSet presAssocID="{D08E626B-1FCD-4F3E-AF67-E80CE744A2AA}" presName="horz1" presStyleCnt="0"/>
      <dgm:spPr/>
    </dgm:pt>
    <dgm:pt modelId="{FE784270-EDF4-45EF-BB86-FA7D965F655F}" type="pres">
      <dgm:prSet presAssocID="{D08E626B-1FCD-4F3E-AF67-E80CE744A2AA}" presName="tx1" presStyleLbl="revTx" presStyleIdx="5" presStyleCnt="7"/>
      <dgm:spPr/>
    </dgm:pt>
    <dgm:pt modelId="{F5CA6971-567D-406C-B5AF-76B89F752719}" type="pres">
      <dgm:prSet presAssocID="{D08E626B-1FCD-4F3E-AF67-E80CE744A2AA}" presName="vert1" presStyleCnt="0"/>
      <dgm:spPr/>
    </dgm:pt>
    <dgm:pt modelId="{57FC74C4-BF60-4D7E-9312-EF3D35AA9C64}" type="pres">
      <dgm:prSet presAssocID="{CE4D3B83-FBE7-4B83-AC3B-FA88E36BECFE}" presName="thickLine" presStyleLbl="alignNode1" presStyleIdx="6" presStyleCnt="7"/>
      <dgm:spPr/>
    </dgm:pt>
    <dgm:pt modelId="{21AA2941-3AA2-4A3B-B5F8-125219712433}" type="pres">
      <dgm:prSet presAssocID="{CE4D3B83-FBE7-4B83-AC3B-FA88E36BECFE}" presName="horz1" presStyleCnt="0"/>
      <dgm:spPr/>
    </dgm:pt>
    <dgm:pt modelId="{19AC7B37-7ABF-4CD0-B16C-B773562A09C4}" type="pres">
      <dgm:prSet presAssocID="{CE4D3B83-FBE7-4B83-AC3B-FA88E36BECFE}" presName="tx1" presStyleLbl="revTx" presStyleIdx="6" presStyleCnt="7"/>
      <dgm:spPr/>
    </dgm:pt>
    <dgm:pt modelId="{01282765-F760-4CCE-A9A3-EE2095D95ADE}" type="pres">
      <dgm:prSet presAssocID="{CE4D3B83-FBE7-4B83-AC3B-FA88E36BECFE}" presName="vert1" presStyleCnt="0"/>
      <dgm:spPr/>
    </dgm:pt>
  </dgm:ptLst>
  <dgm:cxnLst>
    <dgm:cxn modelId="{7DE8AE06-BEFE-4087-9412-B49EB7C99A9B}" type="presOf" srcId="{D08E626B-1FCD-4F3E-AF67-E80CE744A2AA}" destId="{FE784270-EDF4-45EF-BB86-FA7D965F655F}" srcOrd="0" destOrd="0" presId="urn:microsoft.com/office/officeart/2008/layout/LinedList"/>
    <dgm:cxn modelId="{E05D8A27-4265-4326-8310-76A25C6F2EBA}" type="presOf" srcId="{131B2156-5BDC-44CE-AB56-AFCF678770E0}" destId="{AC26A7C4-A50A-44FE-B859-DDFA7FFB3353}" srcOrd="0" destOrd="0" presId="urn:microsoft.com/office/officeart/2008/layout/LinedList"/>
    <dgm:cxn modelId="{8E158C3C-3A19-40F1-8D3E-028C1A9C97AE}" type="presOf" srcId="{22940B75-6071-47E7-A3E1-64B283D5E694}" destId="{41F31CE9-4FB4-4F30-B0AD-F456F2182F82}" srcOrd="0" destOrd="0" presId="urn:microsoft.com/office/officeart/2008/layout/LinedList"/>
    <dgm:cxn modelId="{93361C5E-14C9-4938-B947-CC7E00F94B1A}" srcId="{22940B75-6071-47E7-A3E1-64B283D5E694}" destId="{3F8F069D-AC3B-4BAC-9AA5-080C154027F0}" srcOrd="3" destOrd="0" parTransId="{CCAECDAC-E850-490E-9D30-1B9E839E4103}" sibTransId="{2B02860D-1F45-495B-A055-65D91A203F89}"/>
    <dgm:cxn modelId="{38765D64-43A6-4E33-A229-B21E59B980AE}" srcId="{22940B75-6071-47E7-A3E1-64B283D5E694}" destId="{131B2156-5BDC-44CE-AB56-AFCF678770E0}" srcOrd="2" destOrd="0" parTransId="{951883F6-5789-4E52-A9E6-66AA8DDC9EEF}" sibTransId="{87D101B9-176C-4EA0-9CE3-6EC533A4F5C4}"/>
    <dgm:cxn modelId="{891AB46A-9A03-4463-B00A-5A6BC01360A7}" type="presOf" srcId="{CE4D3B83-FBE7-4B83-AC3B-FA88E36BECFE}" destId="{19AC7B37-7ABF-4CD0-B16C-B773562A09C4}" srcOrd="0" destOrd="0" presId="urn:microsoft.com/office/officeart/2008/layout/LinedList"/>
    <dgm:cxn modelId="{B60C6788-DB74-43DD-AAB0-693F1B346542}" srcId="{22940B75-6071-47E7-A3E1-64B283D5E694}" destId="{D08E626B-1FCD-4F3E-AF67-E80CE744A2AA}" srcOrd="5" destOrd="0" parTransId="{2CA7D7DF-FD80-4E79-80A8-C859C9E151F1}" sibTransId="{BB90D5D8-43B9-481D-966A-398CB0608874}"/>
    <dgm:cxn modelId="{31720190-2B03-49E6-ACE7-1A33BF6FBE5F}" srcId="{22940B75-6071-47E7-A3E1-64B283D5E694}" destId="{5B65E795-2F37-4C47-AABC-94DA214032BC}" srcOrd="1" destOrd="0" parTransId="{AECAEF4A-5033-4D3C-97A5-E1C19BC2564C}" sibTransId="{5D2C15AE-A93B-4397-ACD3-E88E6EA3F632}"/>
    <dgm:cxn modelId="{9F99CF98-CC31-4B00-8B54-7EA62BAE8EBA}" type="presOf" srcId="{3F8F069D-AC3B-4BAC-9AA5-080C154027F0}" destId="{03CD9BFE-DD86-4700-808F-695B0BBF0A13}" srcOrd="0" destOrd="0" presId="urn:microsoft.com/office/officeart/2008/layout/LinedList"/>
    <dgm:cxn modelId="{ACE8EEAE-DF7D-424D-92D5-FBF626F73551}" type="presOf" srcId="{C226108C-7679-429D-866F-4F21270B1745}" destId="{34B049AC-6977-4DA7-A90E-1F7ED6C95A23}" srcOrd="0" destOrd="0" presId="urn:microsoft.com/office/officeart/2008/layout/LinedList"/>
    <dgm:cxn modelId="{AFF1A4BA-A724-4983-97E6-BAC447C6761E}" srcId="{22940B75-6071-47E7-A3E1-64B283D5E694}" destId="{E5130A1C-46C7-49F6-B7AD-27035ED86F9B}" srcOrd="0" destOrd="0" parTransId="{D96F5589-ACA5-473E-9074-046EDD00ADE6}" sibTransId="{0267B911-C1DA-443D-86A2-063F27E48B22}"/>
    <dgm:cxn modelId="{26BA91D1-ED01-41C1-AADF-9BC0EDB3912D}" srcId="{22940B75-6071-47E7-A3E1-64B283D5E694}" destId="{CE4D3B83-FBE7-4B83-AC3B-FA88E36BECFE}" srcOrd="6" destOrd="0" parTransId="{2DE573F7-618E-4B97-87BD-46712373C55D}" sibTransId="{51A0C157-C2C9-4D1E-A92D-764177EE595B}"/>
    <dgm:cxn modelId="{17516DEB-1F77-4EC1-9D17-2324F490C9DA}" srcId="{22940B75-6071-47E7-A3E1-64B283D5E694}" destId="{C226108C-7679-429D-866F-4F21270B1745}" srcOrd="4" destOrd="0" parTransId="{F9AA22FA-540E-42A5-A1CF-05AB9948BC78}" sibTransId="{91D52D8A-A241-410B-8F05-2954AD91FDF6}"/>
    <dgm:cxn modelId="{068141F6-1346-459E-AB0E-8722DBF2F203}" type="presOf" srcId="{5B65E795-2F37-4C47-AABC-94DA214032BC}" destId="{34607D85-9972-4503-AD6F-0956C09F7195}" srcOrd="0" destOrd="0" presId="urn:microsoft.com/office/officeart/2008/layout/LinedList"/>
    <dgm:cxn modelId="{6423BFF9-69F2-4F42-BF61-A8B1605B3B27}" type="presOf" srcId="{E5130A1C-46C7-49F6-B7AD-27035ED86F9B}" destId="{B382A4C4-65DB-4992-A5C0-2CB15EEBF293}" srcOrd="0" destOrd="0" presId="urn:microsoft.com/office/officeart/2008/layout/LinedList"/>
    <dgm:cxn modelId="{5D40F393-BAAA-497A-9BE8-EA7A296B2857}" type="presParOf" srcId="{41F31CE9-4FB4-4F30-B0AD-F456F2182F82}" destId="{2C76257F-439E-4887-9BC4-5E9CC53A1B9F}" srcOrd="0" destOrd="0" presId="urn:microsoft.com/office/officeart/2008/layout/LinedList"/>
    <dgm:cxn modelId="{5DB72107-A7EF-4712-8766-417F4DB61F26}" type="presParOf" srcId="{41F31CE9-4FB4-4F30-B0AD-F456F2182F82}" destId="{60254631-C3FA-422A-86DD-E78A85BEFF5D}" srcOrd="1" destOrd="0" presId="urn:microsoft.com/office/officeart/2008/layout/LinedList"/>
    <dgm:cxn modelId="{95F6B9C2-F24C-4E4A-9DB8-1798B4FAD23C}" type="presParOf" srcId="{60254631-C3FA-422A-86DD-E78A85BEFF5D}" destId="{B382A4C4-65DB-4992-A5C0-2CB15EEBF293}" srcOrd="0" destOrd="0" presId="urn:microsoft.com/office/officeart/2008/layout/LinedList"/>
    <dgm:cxn modelId="{54A2FE65-23EC-441B-A40E-133F520FB4CD}" type="presParOf" srcId="{60254631-C3FA-422A-86DD-E78A85BEFF5D}" destId="{1D7D94F3-41E9-4287-A3B8-D3B9EAA6EF88}" srcOrd="1" destOrd="0" presId="urn:microsoft.com/office/officeart/2008/layout/LinedList"/>
    <dgm:cxn modelId="{A90B039D-5835-4F77-8BDE-BA0840E8E46D}" type="presParOf" srcId="{41F31CE9-4FB4-4F30-B0AD-F456F2182F82}" destId="{7AE9CFB7-A79C-456F-9718-B0FCAD559C8D}" srcOrd="2" destOrd="0" presId="urn:microsoft.com/office/officeart/2008/layout/LinedList"/>
    <dgm:cxn modelId="{FD5DE6B8-8EE7-405C-923D-77E8A4ED514D}" type="presParOf" srcId="{41F31CE9-4FB4-4F30-B0AD-F456F2182F82}" destId="{441D3BB9-4EBE-4A26-A49A-9C40A942743A}" srcOrd="3" destOrd="0" presId="urn:microsoft.com/office/officeart/2008/layout/LinedList"/>
    <dgm:cxn modelId="{5F672D9D-B270-4000-A4EA-44AE8DFBC839}" type="presParOf" srcId="{441D3BB9-4EBE-4A26-A49A-9C40A942743A}" destId="{34607D85-9972-4503-AD6F-0956C09F7195}" srcOrd="0" destOrd="0" presId="urn:microsoft.com/office/officeart/2008/layout/LinedList"/>
    <dgm:cxn modelId="{8040C742-BA61-45A2-B545-0C04DD93A104}" type="presParOf" srcId="{441D3BB9-4EBE-4A26-A49A-9C40A942743A}" destId="{86B51335-FC81-4A77-AC09-3343627C2ACD}" srcOrd="1" destOrd="0" presId="urn:microsoft.com/office/officeart/2008/layout/LinedList"/>
    <dgm:cxn modelId="{97A345AE-BC3D-437A-94D9-546FCCF92CF9}" type="presParOf" srcId="{41F31CE9-4FB4-4F30-B0AD-F456F2182F82}" destId="{ED6CF7E6-C5DE-4C96-81AE-86845440092A}" srcOrd="4" destOrd="0" presId="urn:microsoft.com/office/officeart/2008/layout/LinedList"/>
    <dgm:cxn modelId="{1CA279E8-4EE2-4A27-A485-B118CDB5BAFA}" type="presParOf" srcId="{41F31CE9-4FB4-4F30-B0AD-F456F2182F82}" destId="{49EFFEBF-5FA3-4139-86E5-1C89CF1BB2A2}" srcOrd="5" destOrd="0" presId="urn:microsoft.com/office/officeart/2008/layout/LinedList"/>
    <dgm:cxn modelId="{5C81D4B7-0B62-460A-8E4D-D6A6220E7C78}" type="presParOf" srcId="{49EFFEBF-5FA3-4139-86E5-1C89CF1BB2A2}" destId="{AC26A7C4-A50A-44FE-B859-DDFA7FFB3353}" srcOrd="0" destOrd="0" presId="urn:microsoft.com/office/officeart/2008/layout/LinedList"/>
    <dgm:cxn modelId="{367A54C7-E86C-46E5-997F-F16E4F21429A}" type="presParOf" srcId="{49EFFEBF-5FA3-4139-86E5-1C89CF1BB2A2}" destId="{F451DCF5-11F1-488E-A403-38B22D672C19}" srcOrd="1" destOrd="0" presId="urn:microsoft.com/office/officeart/2008/layout/LinedList"/>
    <dgm:cxn modelId="{A681AA3C-E16A-4E2F-A33B-58B0840B2DD0}" type="presParOf" srcId="{41F31CE9-4FB4-4F30-B0AD-F456F2182F82}" destId="{08873F59-D48F-45A5-BA8F-F66672D94CE8}" srcOrd="6" destOrd="0" presId="urn:microsoft.com/office/officeart/2008/layout/LinedList"/>
    <dgm:cxn modelId="{13EA5C5C-645D-4C65-AEBF-CB3C64417A15}" type="presParOf" srcId="{41F31CE9-4FB4-4F30-B0AD-F456F2182F82}" destId="{56D516F4-8C6E-4338-8E6B-70653AC6EEE6}" srcOrd="7" destOrd="0" presId="urn:microsoft.com/office/officeart/2008/layout/LinedList"/>
    <dgm:cxn modelId="{F9D24632-AD9B-45B1-95BF-39AF643D06EF}" type="presParOf" srcId="{56D516F4-8C6E-4338-8E6B-70653AC6EEE6}" destId="{03CD9BFE-DD86-4700-808F-695B0BBF0A13}" srcOrd="0" destOrd="0" presId="urn:microsoft.com/office/officeart/2008/layout/LinedList"/>
    <dgm:cxn modelId="{DDBAF245-AC6F-4C1D-82E5-A3B5D4B88C25}" type="presParOf" srcId="{56D516F4-8C6E-4338-8E6B-70653AC6EEE6}" destId="{00BDD6FE-4B07-46BB-8E83-A46DFE233E7E}" srcOrd="1" destOrd="0" presId="urn:microsoft.com/office/officeart/2008/layout/LinedList"/>
    <dgm:cxn modelId="{2CDEF4E9-B538-4E59-AADD-666482408C07}" type="presParOf" srcId="{41F31CE9-4FB4-4F30-B0AD-F456F2182F82}" destId="{66ADE311-558E-40D3-AD25-296BB6FE9889}" srcOrd="8" destOrd="0" presId="urn:microsoft.com/office/officeart/2008/layout/LinedList"/>
    <dgm:cxn modelId="{98756706-FF38-43A5-9A2A-D71416B7960A}" type="presParOf" srcId="{41F31CE9-4FB4-4F30-B0AD-F456F2182F82}" destId="{669D21E7-ACC3-4098-BD49-DB003F9B26CD}" srcOrd="9" destOrd="0" presId="urn:microsoft.com/office/officeart/2008/layout/LinedList"/>
    <dgm:cxn modelId="{BF2A495F-EFE5-49F9-B52A-138357F742EB}" type="presParOf" srcId="{669D21E7-ACC3-4098-BD49-DB003F9B26CD}" destId="{34B049AC-6977-4DA7-A90E-1F7ED6C95A23}" srcOrd="0" destOrd="0" presId="urn:microsoft.com/office/officeart/2008/layout/LinedList"/>
    <dgm:cxn modelId="{887981F0-BC4C-455E-87BC-C98CE93DF892}" type="presParOf" srcId="{669D21E7-ACC3-4098-BD49-DB003F9B26CD}" destId="{5586E530-364A-4FFE-BC91-3FFEDE2F1114}" srcOrd="1" destOrd="0" presId="urn:microsoft.com/office/officeart/2008/layout/LinedList"/>
    <dgm:cxn modelId="{DA808EAF-13C8-423D-BA0E-4B2114E618AC}" type="presParOf" srcId="{41F31CE9-4FB4-4F30-B0AD-F456F2182F82}" destId="{DF8AD831-B862-437F-8062-456044710BC0}" srcOrd="10" destOrd="0" presId="urn:microsoft.com/office/officeart/2008/layout/LinedList"/>
    <dgm:cxn modelId="{026EAF52-BFFF-4F27-9042-A2DD554127D7}" type="presParOf" srcId="{41F31CE9-4FB4-4F30-B0AD-F456F2182F82}" destId="{72EC5807-1E29-419D-9762-633F0D4A77A0}" srcOrd="11" destOrd="0" presId="urn:microsoft.com/office/officeart/2008/layout/LinedList"/>
    <dgm:cxn modelId="{AE9CA079-5C33-46F4-A54A-1A840C757862}" type="presParOf" srcId="{72EC5807-1E29-419D-9762-633F0D4A77A0}" destId="{FE784270-EDF4-45EF-BB86-FA7D965F655F}" srcOrd="0" destOrd="0" presId="urn:microsoft.com/office/officeart/2008/layout/LinedList"/>
    <dgm:cxn modelId="{F688F8FC-2E66-4C79-ACBF-5E479313BBBF}" type="presParOf" srcId="{72EC5807-1E29-419D-9762-633F0D4A77A0}" destId="{F5CA6971-567D-406C-B5AF-76B89F752719}" srcOrd="1" destOrd="0" presId="urn:microsoft.com/office/officeart/2008/layout/LinedList"/>
    <dgm:cxn modelId="{D795E34C-C39B-46DD-B7A3-B562D1FD80B6}" type="presParOf" srcId="{41F31CE9-4FB4-4F30-B0AD-F456F2182F82}" destId="{57FC74C4-BF60-4D7E-9312-EF3D35AA9C64}" srcOrd="12" destOrd="0" presId="urn:microsoft.com/office/officeart/2008/layout/LinedList"/>
    <dgm:cxn modelId="{A0FFC95F-943C-4751-80D1-F310E5ADB74D}" type="presParOf" srcId="{41F31CE9-4FB4-4F30-B0AD-F456F2182F82}" destId="{21AA2941-3AA2-4A3B-B5F8-125219712433}" srcOrd="13" destOrd="0" presId="urn:microsoft.com/office/officeart/2008/layout/LinedList"/>
    <dgm:cxn modelId="{BBDCE863-826A-48F5-B30F-C263E67AE652}" type="presParOf" srcId="{21AA2941-3AA2-4A3B-B5F8-125219712433}" destId="{19AC7B37-7ABF-4CD0-B16C-B773562A09C4}" srcOrd="0" destOrd="0" presId="urn:microsoft.com/office/officeart/2008/layout/LinedList"/>
    <dgm:cxn modelId="{AB4D3D89-A384-409F-8815-C29A813239B0}" type="presParOf" srcId="{21AA2941-3AA2-4A3B-B5F8-125219712433}" destId="{01282765-F760-4CCE-A9A3-EE2095D95AD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9D4D2DC-E1E8-4932-8AE2-2CDEE8EE075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08E4E63-6FE8-4A20-BDB6-9F2D93A7710D}">
      <dgm:prSet/>
      <dgm:spPr/>
      <dgm:t>
        <a:bodyPr/>
        <a:lstStyle/>
        <a:p>
          <a:r>
            <a:rPr lang="en-US"/>
            <a:t>Have side effects associated with change been considered?</a:t>
          </a:r>
        </a:p>
      </dgm:t>
    </dgm:pt>
    <dgm:pt modelId="{1381EEDF-FA78-4FB1-8C17-914BE871C0C5}" type="parTrans" cxnId="{7FBC52B4-834B-4E00-A632-48D93854B0F9}">
      <dgm:prSet/>
      <dgm:spPr/>
      <dgm:t>
        <a:bodyPr/>
        <a:lstStyle/>
        <a:p>
          <a:endParaRPr lang="en-US"/>
        </a:p>
      </dgm:t>
    </dgm:pt>
    <dgm:pt modelId="{7E760825-D6A1-447F-9AA0-5CC50379FFBC}" type="sibTrans" cxnId="{7FBC52B4-834B-4E00-A632-48D93854B0F9}">
      <dgm:prSet/>
      <dgm:spPr/>
      <dgm:t>
        <a:bodyPr/>
        <a:lstStyle/>
        <a:p>
          <a:endParaRPr lang="en-US"/>
        </a:p>
      </dgm:t>
    </dgm:pt>
    <dgm:pt modelId="{139475AD-677B-4ED7-AFF0-470E80AACFE1}">
      <dgm:prSet/>
      <dgm:spPr/>
      <dgm:t>
        <a:bodyPr/>
        <a:lstStyle/>
        <a:p>
          <a:r>
            <a:rPr lang="en-US"/>
            <a:t>Has the request for change been documented, evaluated, and approved?</a:t>
          </a:r>
        </a:p>
      </dgm:t>
    </dgm:pt>
    <dgm:pt modelId="{55F73459-17D6-476B-BFE2-88E37E58B706}" type="parTrans" cxnId="{B58B7C25-EB60-4B68-8FF9-0F6FFE439659}">
      <dgm:prSet/>
      <dgm:spPr/>
      <dgm:t>
        <a:bodyPr/>
        <a:lstStyle/>
        <a:p>
          <a:endParaRPr lang="en-US"/>
        </a:p>
      </dgm:t>
    </dgm:pt>
    <dgm:pt modelId="{E62D3D94-B850-4B87-B28E-4CBF7D5BDC2D}" type="sibTrans" cxnId="{B58B7C25-EB60-4B68-8FF9-0F6FFE439659}">
      <dgm:prSet/>
      <dgm:spPr/>
      <dgm:t>
        <a:bodyPr/>
        <a:lstStyle/>
        <a:p>
          <a:endParaRPr lang="en-US"/>
        </a:p>
      </dgm:t>
    </dgm:pt>
    <dgm:pt modelId="{0DB0A83C-1A41-4D1E-85ED-9AE30AE47E7A}">
      <dgm:prSet/>
      <dgm:spPr/>
      <dgm:t>
        <a:bodyPr/>
        <a:lstStyle/>
        <a:p>
          <a:r>
            <a:rPr lang="en-US"/>
            <a:t>Has the change, once made, been documented and reported to interested parties?</a:t>
          </a:r>
        </a:p>
      </dgm:t>
    </dgm:pt>
    <dgm:pt modelId="{E484AA3B-6177-4EAA-B7F7-E129455F224D}" type="parTrans" cxnId="{995C59C6-0948-4902-9EA4-568DE5F9AA5B}">
      <dgm:prSet/>
      <dgm:spPr/>
      <dgm:t>
        <a:bodyPr/>
        <a:lstStyle/>
        <a:p>
          <a:endParaRPr lang="en-US"/>
        </a:p>
      </dgm:t>
    </dgm:pt>
    <dgm:pt modelId="{9EF86075-F7A1-4A13-BF24-9017E7240F95}" type="sibTrans" cxnId="{995C59C6-0948-4902-9EA4-568DE5F9AA5B}">
      <dgm:prSet/>
      <dgm:spPr/>
      <dgm:t>
        <a:bodyPr/>
        <a:lstStyle/>
        <a:p>
          <a:endParaRPr lang="en-US"/>
        </a:p>
      </dgm:t>
    </dgm:pt>
    <dgm:pt modelId="{8EED094D-2347-49E4-8F5E-46750A7A3942}">
      <dgm:prSet/>
      <dgm:spPr/>
      <dgm:t>
        <a:bodyPr/>
        <a:lstStyle/>
        <a:p>
          <a:r>
            <a:rPr lang="en-US"/>
            <a:t>Have appropriate FTRs been conducted?</a:t>
          </a:r>
        </a:p>
      </dgm:t>
    </dgm:pt>
    <dgm:pt modelId="{8F17341D-9ABF-43D4-9972-5E9A7ACA5947}" type="parTrans" cxnId="{5E92EB33-2AD0-4913-9810-DEF2A64E06D1}">
      <dgm:prSet/>
      <dgm:spPr/>
      <dgm:t>
        <a:bodyPr/>
        <a:lstStyle/>
        <a:p>
          <a:endParaRPr lang="en-US"/>
        </a:p>
      </dgm:t>
    </dgm:pt>
    <dgm:pt modelId="{6AA245A9-91CF-4F8B-9274-89947E6ED1B3}" type="sibTrans" cxnId="{5E92EB33-2AD0-4913-9810-DEF2A64E06D1}">
      <dgm:prSet/>
      <dgm:spPr/>
      <dgm:t>
        <a:bodyPr/>
        <a:lstStyle/>
        <a:p>
          <a:endParaRPr lang="en-US"/>
        </a:p>
      </dgm:t>
    </dgm:pt>
    <dgm:pt modelId="{727D0F2D-FE20-49A6-AB44-04EBE10CB0CE}">
      <dgm:prSet/>
      <dgm:spPr/>
      <dgm:t>
        <a:bodyPr/>
        <a:lstStyle/>
        <a:p>
          <a:r>
            <a:rPr lang="en-US"/>
            <a:t>Has a final acceptance review been conducted to assure that all software has been properly updated, tested, and replaced?</a:t>
          </a:r>
        </a:p>
      </dgm:t>
    </dgm:pt>
    <dgm:pt modelId="{D75B8E30-7F6E-4A4B-BC7B-799C8597741D}" type="parTrans" cxnId="{BF3D8009-D489-466F-98B4-5519B566EC08}">
      <dgm:prSet/>
      <dgm:spPr/>
      <dgm:t>
        <a:bodyPr/>
        <a:lstStyle/>
        <a:p>
          <a:endParaRPr lang="en-US"/>
        </a:p>
      </dgm:t>
    </dgm:pt>
    <dgm:pt modelId="{4508B33F-4DEA-4917-B4F7-F725D1EC670F}" type="sibTrans" cxnId="{BF3D8009-D489-466F-98B4-5519B566EC08}">
      <dgm:prSet/>
      <dgm:spPr/>
      <dgm:t>
        <a:bodyPr/>
        <a:lstStyle/>
        <a:p>
          <a:endParaRPr lang="en-US"/>
        </a:p>
      </dgm:t>
    </dgm:pt>
    <dgm:pt modelId="{3263F29A-FAAF-426B-83E0-582852C138FF}" type="pres">
      <dgm:prSet presAssocID="{99D4D2DC-E1E8-4932-8AE2-2CDEE8EE075D}" presName="linear" presStyleCnt="0">
        <dgm:presLayoutVars>
          <dgm:animLvl val="lvl"/>
          <dgm:resizeHandles val="exact"/>
        </dgm:presLayoutVars>
      </dgm:prSet>
      <dgm:spPr/>
    </dgm:pt>
    <dgm:pt modelId="{32A5A245-BA19-4B51-9DD2-5E30F2F27745}" type="pres">
      <dgm:prSet presAssocID="{208E4E63-6FE8-4A20-BDB6-9F2D93A7710D}" presName="parentText" presStyleLbl="node1" presStyleIdx="0" presStyleCnt="5">
        <dgm:presLayoutVars>
          <dgm:chMax val="0"/>
          <dgm:bulletEnabled val="1"/>
        </dgm:presLayoutVars>
      </dgm:prSet>
      <dgm:spPr/>
    </dgm:pt>
    <dgm:pt modelId="{04303A51-DC5B-4DB2-BC4F-11D778354275}" type="pres">
      <dgm:prSet presAssocID="{7E760825-D6A1-447F-9AA0-5CC50379FFBC}" presName="spacer" presStyleCnt="0"/>
      <dgm:spPr/>
    </dgm:pt>
    <dgm:pt modelId="{408EB2D0-9F64-4134-A905-A6AC64A9A6D5}" type="pres">
      <dgm:prSet presAssocID="{139475AD-677B-4ED7-AFF0-470E80AACFE1}" presName="parentText" presStyleLbl="node1" presStyleIdx="1" presStyleCnt="5">
        <dgm:presLayoutVars>
          <dgm:chMax val="0"/>
          <dgm:bulletEnabled val="1"/>
        </dgm:presLayoutVars>
      </dgm:prSet>
      <dgm:spPr/>
    </dgm:pt>
    <dgm:pt modelId="{369EBC1A-DFD0-47F3-A61A-62589F2D7761}" type="pres">
      <dgm:prSet presAssocID="{E62D3D94-B850-4B87-B28E-4CBF7D5BDC2D}" presName="spacer" presStyleCnt="0"/>
      <dgm:spPr/>
    </dgm:pt>
    <dgm:pt modelId="{3065CFBE-920E-448D-A465-D8651F91768B}" type="pres">
      <dgm:prSet presAssocID="{0DB0A83C-1A41-4D1E-85ED-9AE30AE47E7A}" presName="parentText" presStyleLbl="node1" presStyleIdx="2" presStyleCnt="5">
        <dgm:presLayoutVars>
          <dgm:chMax val="0"/>
          <dgm:bulletEnabled val="1"/>
        </dgm:presLayoutVars>
      </dgm:prSet>
      <dgm:spPr/>
    </dgm:pt>
    <dgm:pt modelId="{795B546C-229E-4BE5-9662-E436B4B01517}" type="pres">
      <dgm:prSet presAssocID="{9EF86075-F7A1-4A13-BF24-9017E7240F95}" presName="spacer" presStyleCnt="0"/>
      <dgm:spPr/>
    </dgm:pt>
    <dgm:pt modelId="{881D3AC4-66F6-4074-BD30-44AE44A5C669}" type="pres">
      <dgm:prSet presAssocID="{8EED094D-2347-49E4-8F5E-46750A7A3942}" presName="parentText" presStyleLbl="node1" presStyleIdx="3" presStyleCnt="5">
        <dgm:presLayoutVars>
          <dgm:chMax val="0"/>
          <dgm:bulletEnabled val="1"/>
        </dgm:presLayoutVars>
      </dgm:prSet>
      <dgm:spPr/>
    </dgm:pt>
    <dgm:pt modelId="{AA1A09F6-D7F6-4854-972D-EC5D84C611CF}" type="pres">
      <dgm:prSet presAssocID="{6AA245A9-91CF-4F8B-9274-89947E6ED1B3}" presName="spacer" presStyleCnt="0"/>
      <dgm:spPr/>
    </dgm:pt>
    <dgm:pt modelId="{964369A5-9095-4183-AC55-B080BE1627C8}" type="pres">
      <dgm:prSet presAssocID="{727D0F2D-FE20-49A6-AB44-04EBE10CB0CE}" presName="parentText" presStyleLbl="node1" presStyleIdx="4" presStyleCnt="5">
        <dgm:presLayoutVars>
          <dgm:chMax val="0"/>
          <dgm:bulletEnabled val="1"/>
        </dgm:presLayoutVars>
      </dgm:prSet>
      <dgm:spPr/>
    </dgm:pt>
  </dgm:ptLst>
  <dgm:cxnLst>
    <dgm:cxn modelId="{BF3D8009-D489-466F-98B4-5519B566EC08}" srcId="{99D4D2DC-E1E8-4932-8AE2-2CDEE8EE075D}" destId="{727D0F2D-FE20-49A6-AB44-04EBE10CB0CE}" srcOrd="4" destOrd="0" parTransId="{D75B8E30-7F6E-4A4B-BC7B-799C8597741D}" sibTransId="{4508B33F-4DEA-4917-B4F7-F725D1EC670F}"/>
    <dgm:cxn modelId="{B58B7C25-EB60-4B68-8FF9-0F6FFE439659}" srcId="{99D4D2DC-E1E8-4932-8AE2-2CDEE8EE075D}" destId="{139475AD-677B-4ED7-AFF0-470E80AACFE1}" srcOrd="1" destOrd="0" parTransId="{55F73459-17D6-476B-BFE2-88E37E58B706}" sibTransId="{E62D3D94-B850-4B87-B28E-4CBF7D5BDC2D}"/>
    <dgm:cxn modelId="{0BE3D631-6D8A-4E75-9EE7-CBA641B51304}" type="presOf" srcId="{0DB0A83C-1A41-4D1E-85ED-9AE30AE47E7A}" destId="{3065CFBE-920E-448D-A465-D8651F91768B}" srcOrd="0" destOrd="0" presId="urn:microsoft.com/office/officeart/2005/8/layout/vList2"/>
    <dgm:cxn modelId="{5E92EB33-2AD0-4913-9810-DEF2A64E06D1}" srcId="{99D4D2DC-E1E8-4932-8AE2-2CDEE8EE075D}" destId="{8EED094D-2347-49E4-8F5E-46750A7A3942}" srcOrd="3" destOrd="0" parTransId="{8F17341D-9ABF-43D4-9972-5E9A7ACA5947}" sibTransId="{6AA245A9-91CF-4F8B-9274-89947E6ED1B3}"/>
    <dgm:cxn modelId="{D2492335-4366-4DA4-91D2-F160AD5B97B1}" type="presOf" srcId="{727D0F2D-FE20-49A6-AB44-04EBE10CB0CE}" destId="{964369A5-9095-4183-AC55-B080BE1627C8}" srcOrd="0" destOrd="0" presId="urn:microsoft.com/office/officeart/2005/8/layout/vList2"/>
    <dgm:cxn modelId="{C3874966-3C4A-4889-8B53-3B9850F7D565}" type="presOf" srcId="{139475AD-677B-4ED7-AFF0-470E80AACFE1}" destId="{408EB2D0-9F64-4134-A905-A6AC64A9A6D5}" srcOrd="0" destOrd="0" presId="urn:microsoft.com/office/officeart/2005/8/layout/vList2"/>
    <dgm:cxn modelId="{BF09C584-CC7E-452A-8C43-D1235E8E31A5}" type="presOf" srcId="{99D4D2DC-E1E8-4932-8AE2-2CDEE8EE075D}" destId="{3263F29A-FAAF-426B-83E0-582852C138FF}" srcOrd="0" destOrd="0" presId="urn:microsoft.com/office/officeart/2005/8/layout/vList2"/>
    <dgm:cxn modelId="{7FBC52B4-834B-4E00-A632-48D93854B0F9}" srcId="{99D4D2DC-E1E8-4932-8AE2-2CDEE8EE075D}" destId="{208E4E63-6FE8-4A20-BDB6-9F2D93A7710D}" srcOrd="0" destOrd="0" parTransId="{1381EEDF-FA78-4FB1-8C17-914BE871C0C5}" sibTransId="{7E760825-D6A1-447F-9AA0-5CC50379FFBC}"/>
    <dgm:cxn modelId="{995C59C6-0948-4902-9EA4-568DE5F9AA5B}" srcId="{99D4D2DC-E1E8-4932-8AE2-2CDEE8EE075D}" destId="{0DB0A83C-1A41-4D1E-85ED-9AE30AE47E7A}" srcOrd="2" destOrd="0" parTransId="{E484AA3B-6177-4EAA-B7F7-E129455F224D}" sibTransId="{9EF86075-F7A1-4A13-BF24-9017E7240F95}"/>
    <dgm:cxn modelId="{E40E9CC8-DB12-41B8-8A69-051662B72EA1}" type="presOf" srcId="{208E4E63-6FE8-4A20-BDB6-9F2D93A7710D}" destId="{32A5A245-BA19-4B51-9DD2-5E30F2F27745}" srcOrd="0" destOrd="0" presId="urn:microsoft.com/office/officeart/2005/8/layout/vList2"/>
    <dgm:cxn modelId="{FB20B4E3-7F9C-40D0-B841-8C0C5C424606}" type="presOf" srcId="{8EED094D-2347-49E4-8F5E-46750A7A3942}" destId="{881D3AC4-66F6-4074-BD30-44AE44A5C669}" srcOrd="0" destOrd="0" presId="urn:microsoft.com/office/officeart/2005/8/layout/vList2"/>
    <dgm:cxn modelId="{94A841CB-AB66-42CA-8A2B-F37730DD45E7}" type="presParOf" srcId="{3263F29A-FAAF-426B-83E0-582852C138FF}" destId="{32A5A245-BA19-4B51-9DD2-5E30F2F27745}" srcOrd="0" destOrd="0" presId="urn:microsoft.com/office/officeart/2005/8/layout/vList2"/>
    <dgm:cxn modelId="{317F226F-4148-467B-AD34-F6C809977392}" type="presParOf" srcId="{3263F29A-FAAF-426B-83E0-582852C138FF}" destId="{04303A51-DC5B-4DB2-BC4F-11D778354275}" srcOrd="1" destOrd="0" presId="urn:microsoft.com/office/officeart/2005/8/layout/vList2"/>
    <dgm:cxn modelId="{721E2B0A-A0C3-4EAC-882F-13A815186406}" type="presParOf" srcId="{3263F29A-FAAF-426B-83E0-582852C138FF}" destId="{408EB2D0-9F64-4134-A905-A6AC64A9A6D5}" srcOrd="2" destOrd="0" presId="urn:microsoft.com/office/officeart/2005/8/layout/vList2"/>
    <dgm:cxn modelId="{820AFCDF-F85D-4065-B9BA-6BAE79A9AE4E}" type="presParOf" srcId="{3263F29A-FAAF-426B-83E0-582852C138FF}" destId="{369EBC1A-DFD0-47F3-A61A-62589F2D7761}" srcOrd="3" destOrd="0" presId="urn:microsoft.com/office/officeart/2005/8/layout/vList2"/>
    <dgm:cxn modelId="{5EAEEDDA-341D-4493-9DFD-AEB6895A022D}" type="presParOf" srcId="{3263F29A-FAAF-426B-83E0-582852C138FF}" destId="{3065CFBE-920E-448D-A465-D8651F91768B}" srcOrd="4" destOrd="0" presId="urn:microsoft.com/office/officeart/2005/8/layout/vList2"/>
    <dgm:cxn modelId="{3775D2F6-E023-4D38-882F-E5D3DCEA9326}" type="presParOf" srcId="{3263F29A-FAAF-426B-83E0-582852C138FF}" destId="{795B546C-229E-4BE5-9662-E436B4B01517}" srcOrd="5" destOrd="0" presId="urn:microsoft.com/office/officeart/2005/8/layout/vList2"/>
    <dgm:cxn modelId="{4CAEE79B-E016-444B-917C-433818239B4A}" type="presParOf" srcId="{3263F29A-FAAF-426B-83E0-582852C138FF}" destId="{881D3AC4-66F6-4074-BD30-44AE44A5C669}" srcOrd="6" destOrd="0" presId="urn:microsoft.com/office/officeart/2005/8/layout/vList2"/>
    <dgm:cxn modelId="{55C76F30-34B7-493A-B9C7-1F34D693D11B}" type="presParOf" srcId="{3263F29A-FAAF-426B-83E0-582852C138FF}" destId="{AA1A09F6-D7F6-4854-972D-EC5D84C611CF}" srcOrd="7" destOrd="0" presId="urn:microsoft.com/office/officeart/2005/8/layout/vList2"/>
    <dgm:cxn modelId="{FBCD5996-65E7-4B91-A30C-F96A806935D9}" type="presParOf" srcId="{3263F29A-FAAF-426B-83E0-582852C138FF}" destId="{964369A5-9095-4183-AC55-B080BE1627C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D9B49-1625-4D11-8FB1-5E3614727206}">
      <dsp:nvSpPr>
        <dsp:cNvPr id="0" name=""/>
        <dsp:cNvSpPr/>
      </dsp:nvSpPr>
      <dsp:spPr>
        <a:xfrm>
          <a:off x="0" y="330668"/>
          <a:ext cx="10699679" cy="20979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0414" tIns="374904" rIns="830414"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Code Review: Manually examine code for syntax errors, logic flaws, security vulnerabilities, and adherence to coding standards.</a:t>
          </a:r>
          <a:endParaRPr lang="en-US" sz="1800" kern="1200" dirty="0"/>
        </a:p>
        <a:p>
          <a:pPr marL="171450" lvl="1" indent="-171450" algn="l" defTabSz="800100">
            <a:lnSpc>
              <a:spcPct val="90000"/>
            </a:lnSpc>
            <a:spcBef>
              <a:spcPct val="0"/>
            </a:spcBef>
            <a:spcAft>
              <a:spcPct val="15000"/>
            </a:spcAft>
            <a:buChar char="•"/>
          </a:pPr>
          <a:r>
            <a:rPr lang="en-GB" sz="1800" kern="1200" dirty="0"/>
            <a:t>Static Code Analysis: Utilize automated tools to detect potential issues like dead code, code smells, and security vulnerabilities.</a:t>
          </a:r>
          <a:endParaRPr lang="en-US" sz="1800" kern="1200" dirty="0"/>
        </a:p>
        <a:p>
          <a:pPr marL="171450" lvl="1" indent="-171450" algn="l" defTabSz="800100">
            <a:lnSpc>
              <a:spcPct val="90000"/>
            </a:lnSpc>
            <a:spcBef>
              <a:spcPct val="0"/>
            </a:spcBef>
            <a:spcAft>
              <a:spcPct val="15000"/>
            </a:spcAft>
            <a:buChar char="•"/>
          </a:pPr>
          <a:r>
            <a:rPr lang="en-GB" sz="1800" kern="1200" dirty="0"/>
            <a:t>Unit Testing: Write and execute tests for individual units of code to verify their functionality and behaviour.</a:t>
          </a:r>
          <a:endParaRPr lang="en-US" sz="1800" kern="1200" dirty="0"/>
        </a:p>
      </dsp:txBody>
      <dsp:txXfrm>
        <a:off x="0" y="330668"/>
        <a:ext cx="10699679" cy="2097900"/>
      </dsp:txXfrm>
    </dsp:sp>
    <dsp:sp modelId="{8296347D-9D8C-41F6-B7CE-F08FA07544D0}">
      <dsp:nvSpPr>
        <dsp:cNvPr id="0" name=""/>
        <dsp:cNvSpPr/>
      </dsp:nvSpPr>
      <dsp:spPr>
        <a:xfrm>
          <a:off x="534983" y="64988"/>
          <a:ext cx="7489775" cy="531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096" tIns="0" rIns="283096" bIns="0" numCol="1" spcCol="1270" anchor="ctr" anchorCtr="0">
          <a:noAutofit/>
        </a:bodyPr>
        <a:lstStyle/>
        <a:p>
          <a:pPr marL="0" lvl="0" indent="0" algn="l" defTabSz="800100">
            <a:lnSpc>
              <a:spcPct val="90000"/>
            </a:lnSpc>
            <a:spcBef>
              <a:spcPct val="0"/>
            </a:spcBef>
            <a:spcAft>
              <a:spcPct val="35000"/>
            </a:spcAft>
            <a:buNone/>
          </a:pPr>
          <a:r>
            <a:rPr lang="en-GB" sz="1800" b="1" u="sng" kern="1200"/>
            <a:t>3. Development:</a:t>
          </a:r>
          <a:endParaRPr lang="en-US" sz="1800" kern="1200"/>
        </a:p>
      </dsp:txBody>
      <dsp:txXfrm>
        <a:off x="560922" y="90927"/>
        <a:ext cx="7437897" cy="479482"/>
      </dsp:txXfrm>
    </dsp:sp>
    <dsp:sp modelId="{09912500-4935-4194-AE19-3C5AE5B086C6}">
      <dsp:nvSpPr>
        <dsp:cNvPr id="0" name=""/>
        <dsp:cNvSpPr/>
      </dsp:nvSpPr>
      <dsp:spPr>
        <a:xfrm>
          <a:off x="0" y="2791449"/>
          <a:ext cx="10699679" cy="20979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0414" tIns="374904" rIns="830414"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Integration Testing: Test how different modules work together to ensure seamless flow and data exchange.</a:t>
          </a:r>
          <a:endParaRPr lang="en-US" sz="1800" kern="1200" dirty="0"/>
        </a:p>
        <a:p>
          <a:pPr marL="171450" lvl="1" indent="-171450" algn="l" defTabSz="800100">
            <a:lnSpc>
              <a:spcPct val="90000"/>
            </a:lnSpc>
            <a:spcBef>
              <a:spcPct val="0"/>
            </a:spcBef>
            <a:spcAft>
              <a:spcPct val="15000"/>
            </a:spcAft>
            <a:buChar char="•"/>
          </a:pPr>
          <a:r>
            <a:rPr lang="en-GB" sz="1800" kern="1200" dirty="0"/>
            <a:t>System Testing: Evaluate the overall functionality, performance, and compatibility of the complete system.</a:t>
          </a:r>
          <a:endParaRPr lang="en-US" sz="1800" kern="1200" dirty="0"/>
        </a:p>
        <a:p>
          <a:pPr marL="171450" lvl="1" indent="-171450" algn="l" defTabSz="800100">
            <a:lnSpc>
              <a:spcPct val="90000"/>
            </a:lnSpc>
            <a:spcBef>
              <a:spcPct val="0"/>
            </a:spcBef>
            <a:spcAft>
              <a:spcPct val="15000"/>
            </a:spcAft>
            <a:buChar char="•"/>
          </a:pPr>
          <a:r>
            <a:rPr lang="en-GB" sz="1800" kern="1200" dirty="0"/>
            <a:t>Acceptance Testing: Involve users or stakeholders to confirm the software meets their expectations and requirements.</a:t>
          </a:r>
          <a:endParaRPr lang="en-US" sz="1800" kern="1200" dirty="0"/>
        </a:p>
      </dsp:txBody>
      <dsp:txXfrm>
        <a:off x="0" y="2791449"/>
        <a:ext cx="10699679" cy="2097900"/>
      </dsp:txXfrm>
    </dsp:sp>
    <dsp:sp modelId="{06099C95-FE74-4211-B299-850383454F46}">
      <dsp:nvSpPr>
        <dsp:cNvPr id="0" name=""/>
        <dsp:cNvSpPr/>
      </dsp:nvSpPr>
      <dsp:spPr>
        <a:xfrm>
          <a:off x="534983" y="2525768"/>
          <a:ext cx="7489775" cy="5313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096" tIns="0" rIns="283096" bIns="0" numCol="1" spcCol="1270" anchor="ctr" anchorCtr="0">
          <a:noAutofit/>
        </a:bodyPr>
        <a:lstStyle/>
        <a:p>
          <a:pPr marL="0" lvl="0" indent="0" algn="l" defTabSz="800100">
            <a:lnSpc>
              <a:spcPct val="90000"/>
            </a:lnSpc>
            <a:spcBef>
              <a:spcPct val="0"/>
            </a:spcBef>
            <a:spcAft>
              <a:spcPct val="35000"/>
            </a:spcAft>
            <a:buNone/>
          </a:pPr>
          <a:r>
            <a:rPr lang="en-GB" sz="1800" b="1" u="sng" kern="1200"/>
            <a:t>4. Testing:</a:t>
          </a:r>
          <a:endParaRPr lang="en-US" sz="1800" kern="1200"/>
        </a:p>
      </dsp:txBody>
      <dsp:txXfrm>
        <a:off x="560922" y="2551707"/>
        <a:ext cx="7437897" cy="4794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BD2DF-FC5D-4E3D-940A-F690FDEDEE8C}">
      <dsp:nvSpPr>
        <dsp:cNvPr id="0" name=""/>
        <dsp:cNvSpPr/>
      </dsp:nvSpPr>
      <dsp:spPr>
        <a:xfrm>
          <a:off x="0" y="9144"/>
          <a:ext cx="6263640" cy="131975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Software will have fewer latent defects, resulting in reduced effort and time spent during testing and maintenance</a:t>
          </a:r>
        </a:p>
      </dsp:txBody>
      <dsp:txXfrm>
        <a:off x="64425" y="73569"/>
        <a:ext cx="6134790" cy="1190909"/>
      </dsp:txXfrm>
    </dsp:sp>
    <dsp:sp modelId="{070393B9-6898-47DC-9453-4BDE6582D183}">
      <dsp:nvSpPr>
        <dsp:cNvPr id="0" name=""/>
        <dsp:cNvSpPr/>
      </dsp:nvSpPr>
      <dsp:spPr>
        <a:xfrm>
          <a:off x="0" y="1398024"/>
          <a:ext cx="6263640" cy="1319759"/>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Higher reliability will result in greater customer satisfaction</a:t>
          </a:r>
        </a:p>
      </dsp:txBody>
      <dsp:txXfrm>
        <a:off x="64425" y="1462449"/>
        <a:ext cx="6134790" cy="1190909"/>
      </dsp:txXfrm>
    </dsp:sp>
    <dsp:sp modelId="{1C8C8AEA-92D2-4C42-8CD8-614CDF68C68A}">
      <dsp:nvSpPr>
        <dsp:cNvPr id="0" name=""/>
        <dsp:cNvSpPr/>
      </dsp:nvSpPr>
      <dsp:spPr>
        <a:xfrm>
          <a:off x="0" y="2786904"/>
          <a:ext cx="6263640" cy="1319759"/>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Maintenance costs can be reduced</a:t>
          </a:r>
        </a:p>
      </dsp:txBody>
      <dsp:txXfrm>
        <a:off x="64425" y="2851329"/>
        <a:ext cx="6134790" cy="1190909"/>
      </dsp:txXfrm>
    </dsp:sp>
    <dsp:sp modelId="{4B74C243-0509-41EC-8AC9-823D9B3C890C}">
      <dsp:nvSpPr>
        <dsp:cNvPr id="0" name=""/>
        <dsp:cNvSpPr/>
      </dsp:nvSpPr>
      <dsp:spPr>
        <a:xfrm>
          <a:off x="0" y="4175784"/>
          <a:ext cx="6263640" cy="131975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Overall life cycle cost of software is reduced</a:t>
          </a:r>
        </a:p>
      </dsp:txBody>
      <dsp:txXfrm>
        <a:off x="64425" y="4240209"/>
        <a:ext cx="6134790" cy="1190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32FEB-E81C-4668-B8EC-4427D4A708AF}">
      <dsp:nvSpPr>
        <dsp:cNvPr id="0" name=""/>
        <dsp:cNvSpPr/>
      </dsp:nvSpPr>
      <dsp:spPr>
        <a:xfrm>
          <a:off x="0" y="618218"/>
          <a:ext cx="6263640" cy="13747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It is difficult to institute in small organizations, where available resources to perform necessary activities are not available</a:t>
          </a:r>
        </a:p>
      </dsp:txBody>
      <dsp:txXfrm>
        <a:off x="67110" y="685328"/>
        <a:ext cx="6129420" cy="1240530"/>
      </dsp:txXfrm>
    </dsp:sp>
    <dsp:sp modelId="{5FD040BA-A63D-4BBC-AA51-00B06B486980}">
      <dsp:nvSpPr>
        <dsp:cNvPr id="0" name=""/>
        <dsp:cNvSpPr/>
      </dsp:nvSpPr>
      <dsp:spPr>
        <a:xfrm>
          <a:off x="0" y="2064968"/>
          <a:ext cx="6263640" cy="137475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It represents cultural change - and change is never easy</a:t>
          </a:r>
        </a:p>
      </dsp:txBody>
      <dsp:txXfrm>
        <a:off x="67110" y="2132078"/>
        <a:ext cx="6129420" cy="1240530"/>
      </dsp:txXfrm>
    </dsp:sp>
    <dsp:sp modelId="{B6FB225D-E4B8-43D1-B389-BE7F0F880482}">
      <dsp:nvSpPr>
        <dsp:cNvPr id="0" name=""/>
        <dsp:cNvSpPr/>
      </dsp:nvSpPr>
      <dsp:spPr>
        <a:xfrm>
          <a:off x="0" y="3511719"/>
          <a:ext cx="6263640" cy="137475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It requires the expenditure of dollars that would not otherwise be explicitly budgeted to software engineering  or QA</a:t>
          </a:r>
        </a:p>
      </dsp:txBody>
      <dsp:txXfrm>
        <a:off x="67110" y="3578829"/>
        <a:ext cx="6129420" cy="12405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F8A14-9FDA-4ACE-A0A8-7A60C0CD659E}">
      <dsp:nvSpPr>
        <dsp:cNvPr id="0" name=""/>
        <dsp:cNvSpPr/>
      </dsp:nvSpPr>
      <dsp:spPr>
        <a:xfrm>
          <a:off x="0" y="621"/>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38556-31FF-4E42-B96D-3FBDB35E0AAC}">
      <dsp:nvSpPr>
        <dsp:cNvPr id="0" name=""/>
        <dsp:cNvSpPr/>
      </dsp:nvSpPr>
      <dsp:spPr>
        <a:xfrm>
          <a:off x="157934" y="118093"/>
          <a:ext cx="287153" cy="2871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89A269-8716-4FFF-88F8-6EFE744219B6}">
      <dsp:nvSpPr>
        <dsp:cNvPr id="0" name=""/>
        <dsp:cNvSpPr/>
      </dsp:nvSpPr>
      <dsp:spPr>
        <a:xfrm>
          <a:off x="603023" y="621"/>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Are major functions defined in a bounded and unambiguous fashion?</a:t>
          </a:r>
        </a:p>
      </dsp:txBody>
      <dsp:txXfrm>
        <a:off x="603023" y="621"/>
        <a:ext cx="10380050" cy="522098"/>
      </dsp:txXfrm>
    </dsp:sp>
    <dsp:sp modelId="{4B899DAD-E7E9-4CF9-A8DC-E597E30D6363}">
      <dsp:nvSpPr>
        <dsp:cNvPr id="0" name=""/>
        <dsp:cNvSpPr/>
      </dsp:nvSpPr>
      <dsp:spPr>
        <a:xfrm>
          <a:off x="0" y="653244"/>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66863-001C-4267-B03E-08B761DFD084}">
      <dsp:nvSpPr>
        <dsp:cNvPr id="0" name=""/>
        <dsp:cNvSpPr/>
      </dsp:nvSpPr>
      <dsp:spPr>
        <a:xfrm>
          <a:off x="157934" y="770716"/>
          <a:ext cx="287153" cy="2871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B6B3A8-4DF5-4305-82DB-491E1601E9E9}">
      <dsp:nvSpPr>
        <dsp:cNvPr id="0" name=""/>
        <dsp:cNvSpPr/>
      </dsp:nvSpPr>
      <dsp:spPr>
        <a:xfrm>
          <a:off x="603023" y="653244"/>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Are interfaces between system elements defined?</a:t>
          </a:r>
        </a:p>
      </dsp:txBody>
      <dsp:txXfrm>
        <a:off x="603023" y="653244"/>
        <a:ext cx="10380050" cy="522098"/>
      </dsp:txXfrm>
    </dsp:sp>
    <dsp:sp modelId="{340E04EB-6825-4B48-B354-E7CFEEAB51FA}">
      <dsp:nvSpPr>
        <dsp:cNvPr id="0" name=""/>
        <dsp:cNvSpPr/>
      </dsp:nvSpPr>
      <dsp:spPr>
        <a:xfrm>
          <a:off x="0" y="1305866"/>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E709A7-A3B7-4D5D-95F7-638B53FA709F}">
      <dsp:nvSpPr>
        <dsp:cNvPr id="0" name=""/>
        <dsp:cNvSpPr/>
      </dsp:nvSpPr>
      <dsp:spPr>
        <a:xfrm>
          <a:off x="157934" y="1423338"/>
          <a:ext cx="287153" cy="2871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95A959-02ED-4849-8914-B3B2071CDE58}">
      <dsp:nvSpPr>
        <dsp:cNvPr id="0" name=""/>
        <dsp:cNvSpPr/>
      </dsp:nvSpPr>
      <dsp:spPr>
        <a:xfrm>
          <a:off x="603023" y="1305866"/>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Are performance bounds established for the system as a whole and for each element?</a:t>
          </a:r>
        </a:p>
      </dsp:txBody>
      <dsp:txXfrm>
        <a:off x="603023" y="1305866"/>
        <a:ext cx="10380050" cy="522098"/>
      </dsp:txXfrm>
    </dsp:sp>
    <dsp:sp modelId="{F573E8DB-5CF5-4B31-88EE-5A7D13935D2B}">
      <dsp:nvSpPr>
        <dsp:cNvPr id="0" name=""/>
        <dsp:cNvSpPr/>
      </dsp:nvSpPr>
      <dsp:spPr>
        <a:xfrm>
          <a:off x="0" y="1958489"/>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EC11E-FA8E-4F0B-9578-E5437057D9F1}">
      <dsp:nvSpPr>
        <dsp:cNvPr id="0" name=""/>
        <dsp:cNvSpPr/>
      </dsp:nvSpPr>
      <dsp:spPr>
        <a:xfrm>
          <a:off x="157934" y="2075961"/>
          <a:ext cx="287153" cy="2871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F13A82-2CFE-4DFF-B6EA-38EB3EF933EC}">
      <dsp:nvSpPr>
        <dsp:cNvPr id="0" name=""/>
        <dsp:cNvSpPr/>
      </dsp:nvSpPr>
      <dsp:spPr>
        <a:xfrm>
          <a:off x="603023" y="1958489"/>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Are design constraints established for each element?</a:t>
          </a:r>
        </a:p>
      </dsp:txBody>
      <dsp:txXfrm>
        <a:off x="603023" y="1958489"/>
        <a:ext cx="10380050" cy="522098"/>
      </dsp:txXfrm>
    </dsp:sp>
    <dsp:sp modelId="{8B80A3A7-A695-4028-9FD6-7F23129161C7}">
      <dsp:nvSpPr>
        <dsp:cNvPr id="0" name=""/>
        <dsp:cNvSpPr/>
      </dsp:nvSpPr>
      <dsp:spPr>
        <a:xfrm>
          <a:off x="0" y="2611112"/>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F0079E-81C6-4E16-BC03-04C6537FC293}">
      <dsp:nvSpPr>
        <dsp:cNvPr id="0" name=""/>
        <dsp:cNvSpPr/>
      </dsp:nvSpPr>
      <dsp:spPr>
        <a:xfrm>
          <a:off x="157934" y="2728584"/>
          <a:ext cx="287153" cy="2871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EC6E1-9C43-4262-8129-FED440BE0547}">
      <dsp:nvSpPr>
        <dsp:cNvPr id="0" name=""/>
        <dsp:cNvSpPr/>
      </dsp:nvSpPr>
      <dsp:spPr>
        <a:xfrm>
          <a:off x="603023" y="2611112"/>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Has the best alternative been selected?</a:t>
          </a:r>
        </a:p>
      </dsp:txBody>
      <dsp:txXfrm>
        <a:off x="603023" y="2611112"/>
        <a:ext cx="10380050" cy="522098"/>
      </dsp:txXfrm>
    </dsp:sp>
    <dsp:sp modelId="{6C76906B-65DC-4559-A09C-8DAAF8329060}">
      <dsp:nvSpPr>
        <dsp:cNvPr id="0" name=""/>
        <dsp:cNvSpPr/>
      </dsp:nvSpPr>
      <dsp:spPr>
        <a:xfrm>
          <a:off x="0" y="3263734"/>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057580-CB78-4359-BF59-CF5564C9372C}">
      <dsp:nvSpPr>
        <dsp:cNvPr id="0" name=""/>
        <dsp:cNvSpPr/>
      </dsp:nvSpPr>
      <dsp:spPr>
        <a:xfrm>
          <a:off x="157934" y="3381207"/>
          <a:ext cx="287153" cy="28715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E5D8D-59C1-4B08-8309-6E885CED90BA}">
      <dsp:nvSpPr>
        <dsp:cNvPr id="0" name=""/>
        <dsp:cNvSpPr/>
      </dsp:nvSpPr>
      <dsp:spPr>
        <a:xfrm>
          <a:off x="603023" y="3263734"/>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Is the solution technologically feasible?</a:t>
          </a:r>
        </a:p>
      </dsp:txBody>
      <dsp:txXfrm>
        <a:off x="603023" y="3263734"/>
        <a:ext cx="10380050" cy="522098"/>
      </dsp:txXfrm>
    </dsp:sp>
    <dsp:sp modelId="{1BF9EC79-7373-4C10-9902-3008D341014B}">
      <dsp:nvSpPr>
        <dsp:cNvPr id="0" name=""/>
        <dsp:cNvSpPr/>
      </dsp:nvSpPr>
      <dsp:spPr>
        <a:xfrm>
          <a:off x="0" y="3916357"/>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FF8146-0D34-4567-AA76-31753E44C6D6}">
      <dsp:nvSpPr>
        <dsp:cNvPr id="0" name=""/>
        <dsp:cNvSpPr/>
      </dsp:nvSpPr>
      <dsp:spPr>
        <a:xfrm>
          <a:off x="157934" y="4033829"/>
          <a:ext cx="287153" cy="28715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F0D4C1-F53E-41F2-BBB9-857DBE25A663}">
      <dsp:nvSpPr>
        <dsp:cNvPr id="0" name=""/>
        <dsp:cNvSpPr/>
      </dsp:nvSpPr>
      <dsp:spPr>
        <a:xfrm>
          <a:off x="603023" y="3916357"/>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Has a mechanism for system validation and verification been established?</a:t>
          </a:r>
        </a:p>
      </dsp:txBody>
      <dsp:txXfrm>
        <a:off x="603023" y="3916357"/>
        <a:ext cx="10380050" cy="522098"/>
      </dsp:txXfrm>
    </dsp:sp>
    <dsp:sp modelId="{9BEB2231-E4DD-4211-97C5-F43C0159E95B}">
      <dsp:nvSpPr>
        <dsp:cNvPr id="0" name=""/>
        <dsp:cNvSpPr/>
      </dsp:nvSpPr>
      <dsp:spPr>
        <a:xfrm>
          <a:off x="0" y="4568980"/>
          <a:ext cx="10983074" cy="5220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0B297C-CA8C-4F41-AC70-14786562F17F}">
      <dsp:nvSpPr>
        <dsp:cNvPr id="0" name=""/>
        <dsp:cNvSpPr/>
      </dsp:nvSpPr>
      <dsp:spPr>
        <a:xfrm>
          <a:off x="157934" y="4686452"/>
          <a:ext cx="287153" cy="28715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C7D8F6-09D8-490B-9316-2DF0C4AB949E}">
      <dsp:nvSpPr>
        <dsp:cNvPr id="0" name=""/>
        <dsp:cNvSpPr/>
      </dsp:nvSpPr>
      <dsp:spPr>
        <a:xfrm>
          <a:off x="603023" y="4568980"/>
          <a:ext cx="10380050" cy="522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55" tIns="55255" rIns="55255" bIns="55255" numCol="1" spcCol="1270" anchor="ctr" anchorCtr="0">
          <a:noAutofit/>
        </a:bodyPr>
        <a:lstStyle/>
        <a:p>
          <a:pPr marL="0" lvl="0" indent="0" algn="l" defTabSz="711200">
            <a:lnSpc>
              <a:spcPct val="100000"/>
            </a:lnSpc>
            <a:spcBef>
              <a:spcPct val="0"/>
            </a:spcBef>
            <a:spcAft>
              <a:spcPct val="35000"/>
            </a:spcAft>
            <a:buNone/>
          </a:pPr>
          <a:r>
            <a:rPr lang="en-US" sz="1600" kern="1200"/>
            <a:t>Is there consistency among all system elements?</a:t>
          </a:r>
        </a:p>
      </dsp:txBody>
      <dsp:txXfrm>
        <a:off x="603023" y="4568980"/>
        <a:ext cx="10380050" cy="5220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04F7E0-F863-4077-B46A-D4376DB3DD9D}">
      <dsp:nvSpPr>
        <dsp:cNvPr id="0" name=""/>
        <dsp:cNvSpPr/>
      </dsp:nvSpPr>
      <dsp:spPr>
        <a:xfrm>
          <a:off x="0" y="53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C9DB8-80C9-443D-80C2-D1F52DA9F0DC}">
      <dsp:nvSpPr>
        <dsp:cNvPr id="0" name=""/>
        <dsp:cNvSpPr/>
      </dsp:nvSpPr>
      <dsp:spPr>
        <a:xfrm>
          <a:off x="0" y="53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Is the software scope unambiguously defined and bounded?</a:t>
          </a:r>
        </a:p>
      </dsp:txBody>
      <dsp:txXfrm>
        <a:off x="0" y="531"/>
        <a:ext cx="10515600" cy="435027"/>
      </dsp:txXfrm>
    </dsp:sp>
    <dsp:sp modelId="{864262DE-94C1-490D-8060-D444C9BF99E8}">
      <dsp:nvSpPr>
        <dsp:cNvPr id="0" name=""/>
        <dsp:cNvSpPr/>
      </dsp:nvSpPr>
      <dsp:spPr>
        <a:xfrm>
          <a:off x="0" y="435558"/>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FC2D79-7CC0-4A97-BBCE-7B222AD6840C}">
      <dsp:nvSpPr>
        <dsp:cNvPr id="0" name=""/>
        <dsp:cNvSpPr/>
      </dsp:nvSpPr>
      <dsp:spPr>
        <a:xfrm>
          <a:off x="0" y="435558"/>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Is terminology clear?</a:t>
          </a:r>
        </a:p>
      </dsp:txBody>
      <dsp:txXfrm>
        <a:off x="0" y="435558"/>
        <a:ext cx="10515600" cy="435027"/>
      </dsp:txXfrm>
    </dsp:sp>
    <dsp:sp modelId="{B1C9BAFB-15BF-4590-ADB4-2CE76C7A9B25}">
      <dsp:nvSpPr>
        <dsp:cNvPr id="0" name=""/>
        <dsp:cNvSpPr/>
      </dsp:nvSpPr>
      <dsp:spPr>
        <a:xfrm>
          <a:off x="0" y="87058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26B5C1-0D25-4F85-81D8-727FE0CF291A}">
      <dsp:nvSpPr>
        <dsp:cNvPr id="0" name=""/>
        <dsp:cNvSpPr/>
      </dsp:nvSpPr>
      <dsp:spPr>
        <a:xfrm>
          <a:off x="0" y="870586"/>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Are resources adequate for the scope?</a:t>
          </a:r>
        </a:p>
      </dsp:txBody>
      <dsp:txXfrm>
        <a:off x="0" y="870586"/>
        <a:ext cx="10515600" cy="435027"/>
      </dsp:txXfrm>
    </dsp:sp>
    <dsp:sp modelId="{E247E5B3-21DE-4AD4-B032-1BABDFB870F8}">
      <dsp:nvSpPr>
        <dsp:cNvPr id="0" name=""/>
        <dsp:cNvSpPr/>
      </dsp:nvSpPr>
      <dsp:spPr>
        <a:xfrm>
          <a:off x="0" y="130561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48DB0A-829C-42C5-B94D-242CF74A0072}">
      <dsp:nvSpPr>
        <dsp:cNvPr id="0" name=""/>
        <dsp:cNvSpPr/>
      </dsp:nvSpPr>
      <dsp:spPr>
        <a:xfrm>
          <a:off x="0" y="1305613"/>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Are resources readily available?</a:t>
          </a:r>
        </a:p>
      </dsp:txBody>
      <dsp:txXfrm>
        <a:off x="0" y="1305613"/>
        <a:ext cx="10515600" cy="435027"/>
      </dsp:txXfrm>
    </dsp:sp>
    <dsp:sp modelId="{8969286A-FCF0-481D-93E5-807D39D1351C}">
      <dsp:nvSpPr>
        <dsp:cNvPr id="0" name=""/>
        <dsp:cNvSpPr/>
      </dsp:nvSpPr>
      <dsp:spPr>
        <a:xfrm>
          <a:off x="0" y="174064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B1BB61-B961-44E4-A285-0ADA56ECBC3F}">
      <dsp:nvSpPr>
        <dsp:cNvPr id="0" name=""/>
        <dsp:cNvSpPr/>
      </dsp:nvSpPr>
      <dsp:spPr>
        <a:xfrm>
          <a:off x="0" y="174064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Are tasks properly defined and sequenced?</a:t>
          </a:r>
        </a:p>
      </dsp:txBody>
      <dsp:txXfrm>
        <a:off x="0" y="1740641"/>
        <a:ext cx="10515600" cy="435027"/>
      </dsp:txXfrm>
    </dsp:sp>
    <dsp:sp modelId="{041E7510-B730-449D-97EA-16144C194C4E}">
      <dsp:nvSpPr>
        <dsp:cNvPr id="0" name=""/>
        <dsp:cNvSpPr/>
      </dsp:nvSpPr>
      <dsp:spPr>
        <a:xfrm>
          <a:off x="0" y="2175668"/>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CE85D7-111B-4B25-B28E-F8B7326FBD5C}">
      <dsp:nvSpPr>
        <dsp:cNvPr id="0" name=""/>
        <dsp:cNvSpPr/>
      </dsp:nvSpPr>
      <dsp:spPr>
        <a:xfrm>
          <a:off x="0" y="2175669"/>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Is the basis for cost estimation reasonable?  Has it been developed using two different sources?</a:t>
          </a:r>
        </a:p>
      </dsp:txBody>
      <dsp:txXfrm>
        <a:off x="0" y="2175669"/>
        <a:ext cx="10515600" cy="435027"/>
      </dsp:txXfrm>
    </dsp:sp>
    <dsp:sp modelId="{347940A3-1901-4089-917C-BA524DA17C7F}">
      <dsp:nvSpPr>
        <dsp:cNvPr id="0" name=""/>
        <dsp:cNvSpPr/>
      </dsp:nvSpPr>
      <dsp:spPr>
        <a:xfrm>
          <a:off x="0" y="261069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59F053-28B6-43CA-A559-93CF9B8499B6}">
      <dsp:nvSpPr>
        <dsp:cNvPr id="0" name=""/>
        <dsp:cNvSpPr/>
      </dsp:nvSpPr>
      <dsp:spPr>
        <a:xfrm>
          <a:off x="0" y="2610696"/>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Have historical productivity and quality data been used?</a:t>
          </a:r>
        </a:p>
      </dsp:txBody>
      <dsp:txXfrm>
        <a:off x="0" y="2610696"/>
        <a:ext cx="10515600" cy="435027"/>
      </dsp:txXfrm>
    </dsp:sp>
    <dsp:sp modelId="{8CB7A859-ACD2-486C-836A-06E6A725F602}">
      <dsp:nvSpPr>
        <dsp:cNvPr id="0" name=""/>
        <dsp:cNvSpPr/>
      </dsp:nvSpPr>
      <dsp:spPr>
        <a:xfrm>
          <a:off x="0" y="304572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625E3A-14D2-48F3-AD3B-9CF499EDA8F4}">
      <dsp:nvSpPr>
        <dsp:cNvPr id="0" name=""/>
        <dsp:cNvSpPr/>
      </dsp:nvSpPr>
      <dsp:spPr>
        <a:xfrm>
          <a:off x="0" y="3045724"/>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Have differences in estimates been reconciled?</a:t>
          </a:r>
        </a:p>
      </dsp:txBody>
      <dsp:txXfrm>
        <a:off x="0" y="3045724"/>
        <a:ext cx="10515600" cy="435027"/>
      </dsp:txXfrm>
    </dsp:sp>
    <dsp:sp modelId="{60028255-4793-4A2C-BC07-A4F4E488DB67}">
      <dsp:nvSpPr>
        <dsp:cNvPr id="0" name=""/>
        <dsp:cNvSpPr/>
      </dsp:nvSpPr>
      <dsp:spPr>
        <a:xfrm>
          <a:off x="0" y="348075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400A15-FC18-4618-AF8C-DD1B39B9612F}">
      <dsp:nvSpPr>
        <dsp:cNvPr id="0" name=""/>
        <dsp:cNvSpPr/>
      </dsp:nvSpPr>
      <dsp:spPr>
        <a:xfrm>
          <a:off x="0" y="348075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Are pre-established budgets and deadlines realistic?</a:t>
          </a:r>
        </a:p>
      </dsp:txBody>
      <dsp:txXfrm>
        <a:off x="0" y="3480751"/>
        <a:ext cx="10515600" cy="435027"/>
      </dsp:txXfrm>
    </dsp:sp>
    <dsp:sp modelId="{FEBECAEC-FEE2-4427-897B-2B4CD76AC297}">
      <dsp:nvSpPr>
        <dsp:cNvPr id="0" name=""/>
        <dsp:cNvSpPr/>
      </dsp:nvSpPr>
      <dsp:spPr>
        <a:xfrm>
          <a:off x="0" y="3915779"/>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5AC2C4-B471-4AAB-8B8E-6B3A6394CEAF}">
      <dsp:nvSpPr>
        <dsp:cNvPr id="0" name=""/>
        <dsp:cNvSpPr/>
      </dsp:nvSpPr>
      <dsp:spPr>
        <a:xfrm>
          <a:off x="0" y="3915779"/>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Is the schedule consistent?</a:t>
          </a:r>
        </a:p>
      </dsp:txBody>
      <dsp:txXfrm>
        <a:off x="0" y="3915779"/>
        <a:ext cx="10515600" cy="4350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90BFD-7561-44E7-AE5E-1F6E827E6EC1}">
      <dsp:nvSpPr>
        <dsp:cNvPr id="0" name=""/>
        <dsp:cNvSpPr/>
      </dsp:nvSpPr>
      <dsp:spPr>
        <a:xfrm>
          <a:off x="0" y="53022"/>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Is the information domain analysis complete, consistent, and accurate?</a:t>
          </a:r>
        </a:p>
      </dsp:txBody>
      <dsp:txXfrm>
        <a:off x="26930" y="79952"/>
        <a:ext cx="10610715" cy="497795"/>
      </dsp:txXfrm>
    </dsp:sp>
    <dsp:sp modelId="{6997D22E-A213-4B7B-B206-08B74A81BEA0}">
      <dsp:nvSpPr>
        <dsp:cNvPr id="0" name=""/>
        <dsp:cNvSpPr/>
      </dsp:nvSpPr>
      <dsp:spPr>
        <a:xfrm>
          <a:off x="0" y="670917"/>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Is problem partitioning complete?</a:t>
          </a:r>
        </a:p>
      </dsp:txBody>
      <dsp:txXfrm>
        <a:off x="26930" y="697847"/>
        <a:ext cx="10610715" cy="497795"/>
      </dsp:txXfrm>
    </dsp:sp>
    <dsp:sp modelId="{8E860592-9A46-4042-A4A6-A4D5D6AB1D5F}">
      <dsp:nvSpPr>
        <dsp:cNvPr id="0" name=""/>
        <dsp:cNvSpPr/>
      </dsp:nvSpPr>
      <dsp:spPr>
        <a:xfrm>
          <a:off x="0" y="1288812"/>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Are external and internal interfaces properly defined?</a:t>
          </a:r>
        </a:p>
      </dsp:txBody>
      <dsp:txXfrm>
        <a:off x="26930" y="1315742"/>
        <a:ext cx="10610715" cy="497795"/>
      </dsp:txXfrm>
    </dsp:sp>
    <dsp:sp modelId="{8E5D13D5-9B22-4EF4-ABF0-2B780FE51225}">
      <dsp:nvSpPr>
        <dsp:cNvPr id="0" name=""/>
        <dsp:cNvSpPr/>
      </dsp:nvSpPr>
      <dsp:spPr>
        <a:xfrm>
          <a:off x="0" y="1906708"/>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Are all requirements traceable to the system level?</a:t>
          </a:r>
        </a:p>
      </dsp:txBody>
      <dsp:txXfrm>
        <a:off x="26930" y="1933638"/>
        <a:ext cx="10610715" cy="497795"/>
      </dsp:txXfrm>
    </dsp:sp>
    <dsp:sp modelId="{61A9A00D-8F82-4B07-9A14-AC955E24D97E}">
      <dsp:nvSpPr>
        <dsp:cNvPr id="0" name=""/>
        <dsp:cNvSpPr/>
      </dsp:nvSpPr>
      <dsp:spPr>
        <a:xfrm>
          <a:off x="0" y="2524603"/>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Is prototyping conducted for the customer?</a:t>
          </a:r>
        </a:p>
      </dsp:txBody>
      <dsp:txXfrm>
        <a:off x="26930" y="2551533"/>
        <a:ext cx="10610715" cy="497795"/>
      </dsp:txXfrm>
    </dsp:sp>
    <dsp:sp modelId="{C6D777CF-000F-4285-865D-3326A8BA17D4}">
      <dsp:nvSpPr>
        <dsp:cNvPr id="0" name=""/>
        <dsp:cNvSpPr/>
      </dsp:nvSpPr>
      <dsp:spPr>
        <a:xfrm>
          <a:off x="0" y="3142498"/>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Is performance achievable with constraints imposed by other system elements?</a:t>
          </a:r>
        </a:p>
      </dsp:txBody>
      <dsp:txXfrm>
        <a:off x="26930" y="3169428"/>
        <a:ext cx="10610715" cy="497795"/>
      </dsp:txXfrm>
    </dsp:sp>
    <dsp:sp modelId="{DF250E85-07B1-424E-8E46-8F937C6AEBC1}">
      <dsp:nvSpPr>
        <dsp:cNvPr id="0" name=""/>
        <dsp:cNvSpPr/>
      </dsp:nvSpPr>
      <dsp:spPr>
        <a:xfrm>
          <a:off x="0" y="3760393"/>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Are requirements consistent with schedule, resources, and budget?</a:t>
          </a:r>
        </a:p>
      </dsp:txBody>
      <dsp:txXfrm>
        <a:off x="26930" y="3787323"/>
        <a:ext cx="10610715" cy="497795"/>
      </dsp:txXfrm>
    </dsp:sp>
    <dsp:sp modelId="{0321FD08-7FE9-4EF2-8E06-B0B004DABABD}">
      <dsp:nvSpPr>
        <dsp:cNvPr id="0" name=""/>
        <dsp:cNvSpPr/>
      </dsp:nvSpPr>
      <dsp:spPr>
        <a:xfrm>
          <a:off x="0" y="4378288"/>
          <a:ext cx="10664575"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Are validation criteria complete?</a:t>
          </a:r>
        </a:p>
      </dsp:txBody>
      <dsp:txXfrm>
        <a:off x="26930" y="4405218"/>
        <a:ext cx="10610715" cy="4977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1F58E-1BF1-4C15-B2E7-80EA5CDDC418}">
      <dsp:nvSpPr>
        <dsp:cNvPr id="0" name=""/>
        <dsp:cNvSpPr/>
      </dsp:nvSpPr>
      <dsp:spPr>
        <a:xfrm>
          <a:off x="0" y="113952"/>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Are software requirements reflected in the software architecture?</a:t>
          </a:r>
        </a:p>
      </dsp:txBody>
      <dsp:txXfrm>
        <a:off x="31613" y="145565"/>
        <a:ext cx="10585938" cy="584369"/>
      </dsp:txXfrm>
    </dsp:sp>
    <dsp:sp modelId="{31442669-3FCF-4346-8A8F-D84A91E5522B}">
      <dsp:nvSpPr>
        <dsp:cNvPr id="0" name=""/>
        <dsp:cNvSpPr/>
      </dsp:nvSpPr>
      <dsp:spPr>
        <a:xfrm>
          <a:off x="0" y="839307"/>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Is effective modularity achieved?  Are modules functionally independent?</a:t>
          </a:r>
        </a:p>
      </dsp:txBody>
      <dsp:txXfrm>
        <a:off x="31613" y="870920"/>
        <a:ext cx="10585938" cy="584369"/>
      </dsp:txXfrm>
    </dsp:sp>
    <dsp:sp modelId="{7E243795-FE4E-4D82-A45A-DD2C5BE517DB}">
      <dsp:nvSpPr>
        <dsp:cNvPr id="0" name=""/>
        <dsp:cNvSpPr/>
      </dsp:nvSpPr>
      <dsp:spPr>
        <a:xfrm>
          <a:off x="0" y="1564662"/>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Is program architecture factored?</a:t>
          </a:r>
        </a:p>
      </dsp:txBody>
      <dsp:txXfrm>
        <a:off x="31613" y="1596275"/>
        <a:ext cx="10585938" cy="584369"/>
      </dsp:txXfrm>
    </dsp:sp>
    <dsp:sp modelId="{A6EC17B7-7B0D-4C5D-9F33-DE0D7D49C17F}">
      <dsp:nvSpPr>
        <dsp:cNvPr id="0" name=""/>
        <dsp:cNvSpPr/>
      </dsp:nvSpPr>
      <dsp:spPr>
        <a:xfrm>
          <a:off x="0" y="2290017"/>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Are interfaces defined for modules and external system elements?</a:t>
          </a:r>
        </a:p>
      </dsp:txBody>
      <dsp:txXfrm>
        <a:off x="31613" y="2321630"/>
        <a:ext cx="10585938" cy="584369"/>
      </dsp:txXfrm>
    </dsp:sp>
    <dsp:sp modelId="{48DA066E-C406-4055-9CF3-29764E086A18}">
      <dsp:nvSpPr>
        <dsp:cNvPr id="0" name=""/>
        <dsp:cNvSpPr/>
      </dsp:nvSpPr>
      <dsp:spPr>
        <a:xfrm>
          <a:off x="0" y="3015372"/>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Is data structure consistent with software requirements?</a:t>
          </a:r>
        </a:p>
      </dsp:txBody>
      <dsp:txXfrm>
        <a:off x="31613" y="3046985"/>
        <a:ext cx="10585938" cy="584369"/>
      </dsp:txXfrm>
    </dsp:sp>
    <dsp:sp modelId="{27A01464-E0C5-496B-AE9E-DB58982DE37D}">
      <dsp:nvSpPr>
        <dsp:cNvPr id="0" name=""/>
        <dsp:cNvSpPr/>
      </dsp:nvSpPr>
      <dsp:spPr>
        <a:xfrm>
          <a:off x="0" y="3740727"/>
          <a:ext cx="10649164"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Has maintainability been considered?</a:t>
          </a:r>
        </a:p>
      </dsp:txBody>
      <dsp:txXfrm>
        <a:off x="31613" y="3772340"/>
        <a:ext cx="10585938" cy="5843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BB110E-22B9-4371-A220-60F49907CAC4}">
      <dsp:nvSpPr>
        <dsp:cNvPr id="0" name=""/>
        <dsp:cNvSpPr/>
      </dsp:nvSpPr>
      <dsp:spPr>
        <a:xfrm>
          <a:off x="0" y="111963"/>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Does the algorithm accomplish the desired function?</a:t>
          </a:r>
        </a:p>
      </dsp:txBody>
      <dsp:txXfrm>
        <a:off x="19904" y="131867"/>
        <a:ext cx="10475792" cy="367937"/>
      </dsp:txXfrm>
    </dsp:sp>
    <dsp:sp modelId="{9150870F-A51B-421F-A228-1720D1CB5163}">
      <dsp:nvSpPr>
        <dsp:cNvPr id="0" name=""/>
        <dsp:cNvSpPr/>
      </dsp:nvSpPr>
      <dsp:spPr>
        <a:xfrm>
          <a:off x="0" y="568668"/>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the algorithm logically correct?</a:t>
          </a:r>
        </a:p>
      </dsp:txBody>
      <dsp:txXfrm>
        <a:off x="19904" y="588572"/>
        <a:ext cx="10475792" cy="367937"/>
      </dsp:txXfrm>
    </dsp:sp>
    <dsp:sp modelId="{5B4E7221-C47E-4F52-9FBA-9F2E4DE29609}">
      <dsp:nvSpPr>
        <dsp:cNvPr id="0" name=""/>
        <dsp:cNvSpPr/>
      </dsp:nvSpPr>
      <dsp:spPr>
        <a:xfrm>
          <a:off x="0" y="1025373"/>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the interface consistent with architectural design?</a:t>
          </a:r>
        </a:p>
      </dsp:txBody>
      <dsp:txXfrm>
        <a:off x="19904" y="1045277"/>
        <a:ext cx="10475792" cy="367937"/>
      </dsp:txXfrm>
    </dsp:sp>
    <dsp:sp modelId="{F61F2D79-3961-4B1C-B58D-704E79BC71D1}">
      <dsp:nvSpPr>
        <dsp:cNvPr id="0" name=""/>
        <dsp:cNvSpPr/>
      </dsp:nvSpPr>
      <dsp:spPr>
        <a:xfrm>
          <a:off x="0" y="1482078"/>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logical complexity reasonable?</a:t>
          </a:r>
        </a:p>
      </dsp:txBody>
      <dsp:txXfrm>
        <a:off x="19904" y="1501982"/>
        <a:ext cx="10475792" cy="367937"/>
      </dsp:txXfrm>
    </dsp:sp>
    <dsp:sp modelId="{74802ACE-111B-4CA8-94EE-3E23AE4CA244}">
      <dsp:nvSpPr>
        <dsp:cNvPr id="0" name=""/>
        <dsp:cNvSpPr/>
      </dsp:nvSpPr>
      <dsp:spPr>
        <a:xfrm>
          <a:off x="0" y="1938783"/>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Have error handling and “antibugging” been specified?</a:t>
          </a:r>
        </a:p>
      </dsp:txBody>
      <dsp:txXfrm>
        <a:off x="19904" y="1958687"/>
        <a:ext cx="10475792" cy="367937"/>
      </dsp:txXfrm>
    </dsp:sp>
    <dsp:sp modelId="{363C738D-707D-49D1-8983-268D41DE9DA7}">
      <dsp:nvSpPr>
        <dsp:cNvPr id="0" name=""/>
        <dsp:cNvSpPr/>
      </dsp:nvSpPr>
      <dsp:spPr>
        <a:xfrm>
          <a:off x="0" y="2395488"/>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local data structure properly defined?</a:t>
          </a:r>
        </a:p>
      </dsp:txBody>
      <dsp:txXfrm>
        <a:off x="19904" y="2415392"/>
        <a:ext cx="10475792" cy="367937"/>
      </dsp:txXfrm>
    </dsp:sp>
    <dsp:sp modelId="{A6A0FB70-4078-441D-9703-71B51702C3DB}">
      <dsp:nvSpPr>
        <dsp:cNvPr id="0" name=""/>
        <dsp:cNvSpPr/>
      </dsp:nvSpPr>
      <dsp:spPr>
        <a:xfrm>
          <a:off x="0" y="2852193"/>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Are structured programming constructs used throughout?</a:t>
          </a:r>
        </a:p>
      </dsp:txBody>
      <dsp:txXfrm>
        <a:off x="19904" y="2872097"/>
        <a:ext cx="10475792" cy="367937"/>
      </dsp:txXfrm>
    </dsp:sp>
    <dsp:sp modelId="{53222EC8-2029-4841-A1B0-757B86B87AE7}">
      <dsp:nvSpPr>
        <dsp:cNvPr id="0" name=""/>
        <dsp:cNvSpPr/>
      </dsp:nvSpPr>
      <dsp:spPr>
        <a:xfrm>
          <a:off x="0" y="3308898"/>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design detail amenable to the implementation language?</a:t>
          </a:r>
        </a:p>
      </dsp:txBody>
      <dsp:txXfrm>
        <a:off x="19904" y="3328802"/>
        <a:ext cx="10475792" cy="367937"/>
      </dsp:txXfrm>
    </dsp:sp>
    <dsp:sp modelId="{24A99311-BC12-46F3-B6DA-84F76DC6CB27}">
      <dsp:nvSpPr>
        <dsp:cNvPr id="0" name=""/>
        <dsp:cNvSpPr/>
      </dsp:nvSpPr>
      <dsp:spPr>
        <a:xfrm>
          <a:off x="0" y="3765604"/>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Which are used: operating system or language dependent features?</a:t>
          </a:r>
        </a:p>
      </dsp:txBody>
      <dsp:txXfrm>
        <a:off x="19904" y="3785508"/>
        <a:ext cx="10475792" cy="367937"/>
      </dsp:txXfrm>
    </dsp:sp>
    <dsp:sp modelId="{B35CE98E-C898-487E-B065-EA206AA1FE57}">
      <dsp:nvSpPr>
        <dsp:cNvPr id="0" name=""/>
        <dsp:cNvSpPr/>
      </dsp:nvSpPr>
      <dsp:spPr>
        <a:xfrm>
          <a:off x="0" y="4222309"/>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Is compound or inverse logic used?</a:t>
          </a:r>
        </a:p>
      </dsp:txBody>
      <dsp:txXfrm>
        <a:off x="19904" y="4242213"/>
        <a:ext cx="10475792" cy="367937"/>
      </dsp:txXfrm>
    </dsp:sp>
    <dsp:sp modelId="{55228B00-0028-416B-B635-839A25A822E1}">
      <dsp:nvSpPr>
        <dsp:cNvPr id="0" name=""/>
        <dsp:cNvSpPr/>
      </dsp:nvSpPr>
      <dsp:spPr>
        <a:xfrm>
          <a:off x="0" y="4679014"/>
          <a:ext cx="105156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Has maintainability been considered?</a:t>
          </a:r>
        </a:p>
      </dsp:txBody>
      <dsp:txXfrm>
        <a:off x="19904" y="4698918"/>
        <a:ext cx="10475792" cy="3679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1CA539-2EF5-47C0-9E49-B00F18DEEC83}">
      <dsp:nvSpPr>
        <dsp:cNvPr id="0" name=""/>
        <dsp:cNvSpPr/>
      </dsp:nvSpPr>
      <dsp:spPr>
        <a:xfrm>
          <a:off x="0" y="0"/>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554BB4-998A-4AEF-81C3-F77DBB3AA628}">
      <dsp:nvSpPr>
        <dsp:cNvPr id="0" name=""/>
        <dsp:cNvSpPr/>
      </dsp:nvSpPr>
      <dsp:spPr>
        <a:xfrm>
          <a:off x="0" y="0"/>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Is the design properly translated into code?  (The results of the procedural design should be available at this review)</a:t>
          </a:r>
        </a:p>
      </dsp:txBody>
      <dsp:txXfrm>
        <a:off x="0" y="0"/>
        <a:ext cx="10983075" cy="603975"/>
      </dsp:txXfrm>
    </dsp:sp>
    <dsp:sp modelId="{5FF61BDF-B330-470F-A85D-059ACF92EA36}">
      <dsp:nvSpPr>
        <dsp:cNvPr id="0" name=""/>
        <dsp:cNvSpPr/>
      </dsp:nvSpPr>
      <dsp:spPr>
        <a:xfrm>
          <a:off x="0" y="603975"/>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DB5D9D-CFF1-4BA8-889A-E25148B6A9E1}">
      <dsp:nvSpPr>
        <dsp:cNvPr id="0" name=""/>
        <dsp:cNvSpPr/>
      </dsp:nvSpPr>
      <dsp:spPr>
        <a:xfrm>
          <a:off x="0" y="603975"/>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Are there misspellings or typos?</a:t>
          </a:r>
        </a:p>
      </dsp:txBody>
      <dsp:txXfrm>
        <a:off x="0" y="603975"/>
        <a:ext cx="10983075" cy="603975"/>
      </dsp:txXfrm>
    </dsp:sp>
    <dsp:sp modelId="{BE05EF98-F819-463A-9B22-54F47B715E36}">
      <dsp:nvSpPr>
        <dsp:cNvPr id="0" name=""/>
        <dsp:cNvSpPr/>
      </dsp:nvSpPr>
      <dsp:spPr>
        <a:xfrm>
          <a:off x="0" y="1207950"/>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7435B5-6808-4241-A663-1D17D2C6D726}">
      <dsp:nvSpPr>
        <dsp:cNvPr id="0" name=""/>
        <dsp:cNvSpPr/>
      </dsp:nvSpPr>
      <dsp:spPr>
        <a:xfrm>
          <a:off x="0" y="1207950"/>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Has proper use of language conventions been made?</a:t>
          </a:r>
        </a:p>
      </dsp:txBody>
      <dsp:txXfrm>
        <a:off x="0" y="1207950"/>
        <a:ext cx="10983075" cy="603975"/>
      </dsp:txXfrm>
    </dsp:sp>
    <dsp:sp modelId="{923DE143-D8A0-4B9C-A00F-9546F9BD1CB3}">
      <dsp:nvSpPr>
        <dsp:cNvPr id="0" name=""/>
        <dsp:cNvSpPr/>
      </dsp:nvSpPr>
      <dsp:spPr>
        <a:xfrm>
          <a:off x="0" y="1811925"/>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E0BFA5-7677-4A50-A5AD-DBFD97CFEF88}">
      <dsp:nvSpPr>
        <dsp:cNvPr id="0" name=""/>
        <dsp:cNvSpPr/>
      </dsp:nvSpPr>
      <dsp:spPr>
        <a:xfrm>
          <a:off x="0" y="1811925"/>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Is there compliance with coding standards for language style, comments, module prologue?</a:t>
          </a:r>
        </a:p>
      </dsp:txBody>
      <dsp:txXfrm>
        <a:off x="0" y="1811925"/>
        <a:ext cx="10983075" cy="603975"/>
      </dsp:txXfrm>
    </dsp:sp>
    <dsp:sp modelId="{9A9C3530-1D79-4605-B85C-7271873A75EC}">
      <dsp:nvSpPr>
        <dsp:cNvPr id="0" name=""/>
        <dsp:cNvSpPr/>
      </dsp:nvSpPr>
      <dsp:spPr>
        <a:xfrm>
          <a:off x="0" y="2415900"/>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2D98F3-5D0A-4B07-B6F5-74284AA79242}">
      <dsp:nvSpPr>
        <dsp:cNvPr id="0" name=""/>
        <dsp:cNvSpPr/>
      </dsp:nvSpPr>
      <dsp:spPr>
        <a:xfrm>
          <a:off x="0" y="2415900"/>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Are incorrect or ambiguous comments present?</a:t>
          </a:r>
        </a:p>
      </dsp:txBody>
      <dsp:txXfrm>
        <a:off x="0" y="2415900"/>
        <a:ext cx="10983075" cy="603975"/>
      </dsp:txXfrm>
    </dsp:sp>
    <dsp:sp modelId="{46459008-FE4D-4DB6-AF1B-0234CFD263B5}">
      <dsp:nvSpPr>
        <dsp:cNvPr id="0" name=""/>
        <dsp:cNvSpPr/>
      </dsp:nvSpPr>
      <dsp:spPr>
        <a:xfrm>
          <a:off x="0" y="3019875"/>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7ADA3E-FDAE-4F74-AAD4-700B4DEC2402}">
      <dsp:nvSpPr>
        <dsp:cNvPr id="0" name=""/>
        <dsp:cNvSpPr/>
      </dsp:nvSpPr>
      <dsp:spPr>
        <a:xfrm>
          <a:off x="0" y="3019875"/>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Are typing and data declaration proper?</a:t>
          </a:r>
        </a:p>
      </dsp:txBody>
      <dsp:txXfrm>
        <a:off x="0" y="3019875"/>
        <a:ext cx="10983075" cy="603975"/>
      </dsp:txXfrm>
    </dsp:sp>
    <dsp:sp modelId="{F30EBB27-F243-4E61-9A04-C1B88FFDC09E}">
      <dsp:nvSpPr>
        <dsp:cNvPr id="0" name=""/>
        <dsp:cNvSpPr/>
      </dsp:nvSpPr>
      <dsp:spPr>
        <a:xfrm>
          <a:off x="0" y="3623850"/>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CFF6C0-5491-4C6F-84C3-BCB49A0ADF33}">
      <dsp:nvSpPr>
        <dsp:cNvPr id="0" name=""/>
        <dsp:cNvSpPr/>
      </dsp:nvSpPr>
      <dsp:spPr>
        <a:xfrm>
          <a:off x="0" y="3623850"/>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Are physical constraints, correct?</a:t>
          </a:r>
        </a:p>
      </dsp:txBody>
      <dsp:txXfrm>
        <a:off x="0" y="3623850"/>
        <a:ext cx="10983075" cy="603975"/>
      </dsp:txXfrm>
    </dsp:sp>
    <dsp:sp modelId="{A9518386-6EDB-4117-BDE3-0D3C70552B74}">
      <dsp:nvSpPr>
        <dsp:cNvPr id="0" name=""/>
        <dsp:cNvSpPr/>
      </dsp:nvSpPr>
      <dsp:spPr>
        <a:xfrm>
          <a:off x="0" y="4227825"/>
          <a:ext cx="109830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6847F2-6486-421D-BAAC-7927D00D6920}">
      <dsp:nvSpPr>
        <dsp:cNvPr id="0" name=""/>
        <dsp:cNvSpPr/>
      </dsp:nvSpPr>
      <dsp:spPr>
        <a:xfrm>
          <a:off x="0" y="4227825"/>
          <a:ext cx="10983075" cy="603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Have all items on the design walkthrough checklist been reapplied (as required)? </a:t>
          </a:r>
        </a:p>
      </dsp:txBody>
      <dsp:txXfrm>
        <a:off x="0" y="4227825"/>
        <a:ext cx="10983075" cy="6039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C63E23-ABBC-4291-8B37-A49E0E71B7C5}">
      <dsp:nvSpPr>
        <dsp:cNvPr id="0" name=""/>
        <dsp:cNvSpPr/>
      </dsp:nvSpPr>
      <dsp:spPr>
        <a:xfrm>
          <a:off x="0" y="48517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Have major test phases been properly identified and sequenced?</a:t>
          </a:r>
        </a:p>
      </dsp:txBody>
      <dsp:txXfrm>
        <a:off x="21075" y="506251"/>
        <a:ext cx="10848457" cy="389580"/>
      </dsp:txXfrm>
    </dsp:sp>
    <dsp:sp modelId="{0BE4C3CD-0EFB-4D93-BBD0-D016CC012E30}">
      <dsp:nvSpPr>
        <dsp:cNvPr id="0" name=""/>
        <dsp:cNvSpPr/>
      </dsp:nvSpPr>
      <dsp:spPr>
        <a:xfrm>
          <a:off x="0" y="96874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Has traceability to validation criteria/requirements been established as part of software requirements analysis?</a:t>
          </a:r>
        </a:p>
      </dsp:txBody>
      <dsp:txXfrm>
        <a:off x="21075" y="989821"/>
        <a:ext cx="10848457" cy="389580"/>
      </dsp:txXfrm>
    </dsp:sp>
    <dsp:sp modelId="{6F00C102-21FD-427D-80EF-B447F72A0FEE}">
      <dsp:nvSpPr>
        <dsp:cNvPr id="0" name=""/>
        <dsp:cNvSpPr/>
      </dsp:nvSpPr>
      <dsp:spPr>
        <a:xfrm>
          <a:off x="0" y="145231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Are major functions demonstrated early?</a:t>
          </a:r>
        </a:p>
      </dsp:txBody>
      <dsp:txXfrm>
        <a:off x="21075" y="1473391"/>
        <a:ext cx="10848457" cy="389580"/>
      </dsp:txXfrm>
    </dsp:sp>
    <dsp:sp modelId="{5CDEEE8D-68EF-427D-9384-4306C993DEE0}">
      <dsp:nvSpPr>
        <dsp:cNvPr id="0" name=""/>
        <dsp:cNvSpPr/>
      </dsp:nvSpPr>
      <dsp:spPr>
        <a:xfrm>
          <a:off x="0" y="193588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Is the test plan consistent with the overall project plan?</a:t>
          </a:r>
        </a:p>
      </dsp:txBody>
      <dsp:txXfrm>
        <a:off x="21075" y="1956961"/>
        <a:ext cx="10848457" cy="389580"/>
      </dsp:txXfrm>
    </dsp:sp>
    <dsp:sp modelId="{6CE3A717-3D16-42FB-8EA5-FD432703BC5A}">
      <dsp:nvSpPr>
        <dsp:cNvPr id="0" name=""/>
        <dsp:cNvSpPr/>
      </dsp:nvSpPr>
      <dsp:spPr>
        <a:xfrm>
          <a:off x="0" y="241945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Has a test schedule been explicitly defined?</a:t>
          </a:r>
        </a:p>
      </dsp:txBody>
      <dsp:txXfrm>
        <a:off x="21075" y="2440531"/>
        <a:ext cx="10848457" cy="389580"/>
      </dsp:txXfrm>
    </dsp:sp>
    <dsp:sp modelId="{6A58B268-CD59-4B91-A6FD-434F0901075A}">
      <dsp:nvSpPr>
        <dsp:cNvPr id="0" name=""/>
        <dsp:cNvSpPr/>
      </dsp:nvSpPr>
      <dsp:spPr>
        <a:xfrm>
          <a:off x="0" y="290302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Are test resources and tools identified and available?</a:t>
          </a:r>
        </a:p>
      </dsp:txBody>
      <dsp:txXfrm>
        <a:off x="21075" y="2924101"/>
        <a:ext cx="10848457" cy="389580"/>
      </dsp:txXfrm>
    </dsp:sp>
    <dsp:sp modelId="{DAFC2644-C335-4F2A-BC9D-CCD37FF70E30}">
      <dsp:nvSpPr>
        <dsp:cNvPr id="0" name=""/>
        <dsp:cNvSpPr/>
      </dsp:nvSpPr>
      <dsp:spPr>
        <a:xfrm>
          <a:off x="0" y="338659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Has a test recordkeeping mechanism been established?</a:t>
          </a:r>
        </a:p>
      </dsp:txBody>
      <dsp:txXfrm>
        <a:off x="21075" y="3407671"/>
        <a:ext cx="10848457" cy="389580"/>
      </dsp:txXfrm>
    </dsp:sp>
    <dsp:sp modelId="{79877B66-730E-4F24-87EC-32A5957D30C3}">
      <dsp:nvSpPr>
        <dsp:cNvPr id="0" name=""/>
        <dsp:cNvSpPr/>
      </dsp:nvSpPr>
      <dsp:spPr>
        <a:xfrm>
          <a:off x="0" y="387016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Have test drivers and stubs been identified, and has work to develop them been scheduled?</a:t>
          </a:r>
        </a:p>
      </dsp:txBody>
      <dsp:txXfrm>
        <a:off x="21075" y="3891241"/>
        <a:ext cx="10848457" cy="389580"/>
      </dsp:txXfrm>
    </dsp:sp>
    <dsp:sp modelId="{31022F28-34AF-4026-A06F-465A9592F617}">
      <dsp:nvSpPr>
        <dsp:cNvPr id="0" name=""/>
        <dsp:cNvSpPr/>
      </dsp:nvSpPr>
      <dsp:spPr>
        <a:xfrm>
          <a:off x="0" y="4353736"/>
          <a:ext cx="10890607"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Has stress testing for software been specified?</a:t>
          </a:r>
        </a:p>
      </dsp:txBody>
      <dsp:txXfrm>
        <a:off x="21075" y="4374811"/>
        <a:ext cx="10848457" cy="3895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6257F-439E-4887-9BC4-5E9CC53A1B9F}">
      <dsp:nvSpPr>
        <dsp:cNvPr id="0" name=""/>
        <dsp:cNvSpPr/>
      </dsp:nvSpPr>
      <dsp:spPr>
        <a:xfrm>
          <a:off x="0" y="53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82A4C4-65DB-4992-A5C0-2CB15EEBF293}">
      <dsp:nvSpPr>
        <dsp:cNvPr id="0" name=""/>
        <dsp:cNvSpPr/>
      </dsp:nvSpPr>
      <dsp:spPr>
        <a:xfrm>
          <a:off x="0" y="531"/>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Have both white and black box tests been specified?</a:t>
          </a:r>
        </a:p>
      </dsp:txBody>
      <dsp:txXfrm>
        <a:off x="0" y="531"/>
        <a:ext cx="10515600" cy="621467"/>
      </dsp:txXfrm>
    </dsp:sp>
    <dsp:sp modelId="{7AE9CFB7-A79C-456F-9718-B0FCAD559C8D}">
      <dsp:nvSpPr>
        <dsp:cNvPr id="0" name=""/>
        <dsp:cNvSpPr/>
      </dsp:nvSpPr>
      <dsp:spPr>
        <a:xfrm>
          <a:off x="0" y="621999"/>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607D85-9972-4503-AD6F-0956C09F7195}">
      <dsp:nvSpPr>
        <dsp:cNvPr id="0" name=""/>
        <dsp:cNvSpPr/>
      </dsp:nvSpPr>
      <dsp:spPr>
        <a:xfrm>
          <a:off x="0" y="621999"/>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Have all independent logic paths been tested?</a:t>
          </a:r>
        </a:p>
      </dsp:txBody>
      <dsp:txXfrm>
        <a:off x="0" y="621999"/>
        <a:ext cx="10515600" cy="621467"/>
      </dsp:txXfrm>
    </dsp:sp>
    <dsp:sp modelId="{ED6CF7E6-C5DE-4C96-81AE-86845440092A}">
      <dsp:nvSpPr>
        <dsp:cNvPr id="0" name=""/>
        <dsp:cNvSpPr/>
      </dsp:nvSpPr>
      <dsp:spPr>
        <a:xfrm>
          <a:off x="0" y="1243467"/>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26A7C4-A50A-44FE-B859-DDFA7FFB3353}">
      <dsp:nvSpPr>
        <dsp:cNvPr id="0" name=""/>
        <dsp:cNvSpPr/>
      </dsp:nvSpPr>
      <dsp:spPr>
        <a:xfrm>
          <a:off x="0" y="1243467"/>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Have test cases been identified and listed with expected results?</a:t>
          </a:r>
        </a:p>
      </dsp:txBody>
      <dsp:txXfrm>
        <a:off x="0" y="1243467"/>
        <a:ext cx="10515600" cy="621467"/>
      </dsp:txXfrm>
    </dsp:sp>
    <dsp:sp modelId="{08873F59-D48F-45A5-BA8F-F66672D94CE8}">
      <dsp:nvSpPr>
        <dsp:cNvPr id="0" name=""/>
        <dsp:cNvSpPr/>
      </dsp:nvSpPr>
      <dsp:spPr>
        <a:xfrm>
          <a:off x="0" y="1864935"/>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D9BFE-DD86-4700-808F-695B0BBF0A13}">
      <dsp:nvSpPr>
        <dsp:cNvPr id="0" name=""/>
        <dsp:cNvSpPr/>
      </dsp:nvSpPr>
      <dsp:spPr>
        <a:xfrm>
          <a:off x="0" y="1864935"/>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Is error handling to be tested?</a:t>
          </a:r>
        </a:p>
      </dsp:txBody>
      <dsp:txXfrm>
        <a:off x="0" y="1864935"/>
        <a:ext cx="10515600" cy="621467"/>
      </dsp:txXfrm>
    </dsp:sp>
    <dsp:sp modelId="{66ADE311-558E-40D3-AD25-296BB6FE9889}">
      <dsp:nvSpPr>
        <dsp:cNvPr id="0" name=""/>
        <dsp:cNvSpPr/>
      </dsp:nvSpPr>
      <dsp:spPr>
        <a:xfrm>
          <a:off x="0" y="2486402"/>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049AC-6977-4DA7-A90E-1F7ED6C95A23}">
      <dsp:nvSpPr>
        <dsp:cNvPr id="0" name=""/>
        <dsp:cNvSpPr/>
      </dsp:nvSpPr>
      <dsp:spPr>
        <a:xfrm>
          <a:off x="0" y="2486402"/>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Are boundary values to be tested?</a:t>
          </a:r>
        </a:p>
      </dsp:txBody>
      <dsp:txXfrm>
        <a:off x="0" y="2486402"/>
        <a:ext cx="10515600" cy="621467"/>
      </dsp:txXfrm>
    </dsp:sp>
    <dsp:sp modelId="{DF8AD831-B862-437F-8062-456044710BC0}">
      <dsp:nvSpPr>
        <dsp:cNvPr id="0" name=""/>
        <dsp:cNvSpPr/>
      </dsp:nvSpPr>
      <dsp:spPr>
        <a:xfrm>
          <a:off x="0" y="310787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784270-EDF4-45EF-BB86-FA7D965F655F}">
      <dsp:nvSpPr>
        <dsp:cNvPr id="0" name=""/>
        <dsp:cNvSpPr/>
      </dsp:nvSpPr>
      <dsp:spPr>
        <a:xfrm>
          <a:off x="0" y="3107870"/>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Are timing and performance to be tested?</a:t>
          </a:r>
        </a:p>
      </dsp:txBody>
      <dsp:txXfrm>
        <a:off x="0" y="3107870"/>
        <a:ext cx="10515600" cy="621467"/>
      </dsp:txXfrm>
    </dsp:sp>
    <dsp:sp modelId="{57FC74C4-BF60-4D7E-9312-EF3D35AA9C64}">
      <dsp:nvSpPr>
        <dsp:cNvPr id="0" name=""/>
        <dsp:cNvSpPr/>
      </dsp:nvSpPr>
      <dsp:spPr>
        <a:xfrm>
          <a:off x="0" y="3729338"/>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AC7B37-7ABF-4CD0-B16C-B773562A09C4}">
      <dsp:nvSpPr>
        <dsp:cNvPr id="0" name=""/>
        <dsp:cNvSpPr/>
      </dsp:nvSpPr>
      <dsp:spPr>
        <a:xfrm>
          <a:off x="0" y="3729338"/>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Has acceptable variation from expected results been specified?</a:t>
          </a:r>
        </a:p>
      </dsp:txBody>
      <dsp:txXfrm>
        <a:off x="0" y="3729338"/>
        <a:ext cx="10515600" cy="62146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A5A245-BA19-4B51-9DD2-5E30F2F27745}">
      <dsp:nvSpPr>
        <dsp:cNvPr id="0" name=""/>
        <dsp:cNvSpPr/>
      </dsp:nvSpPr>
      <dsp:spPr>
        <a:xfrm>
          <a:off x="0" y="74211"/>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Have side effects associated with change been considered?</a:t>
          </a:r>
        </a:p>
      </dsp:txBody>
      <dsp:txXfrm>
        <a:off x="38784" y="112995"/>
        <a:ext cx="10438032" cy="716935"/>
      </dsp:txXfrm>
    </dsp:sp>
    <dsp:sp modelId="{408EB2D0-9F64-4134-A905-A6AC64A9A6D5}">
      <dsp:nvSpPr>
        <dsp:cNvPr id="0" name=""/>
        <dsp:cNvSpPr/>
      </dsp:nvSpPr>
      <dsp:spPr>
        <a:xfrm>
          <a:off x="0" y="926314"/>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Has the request for change been documented, evaluated, and approved?</a:t>
          </a:r>
        </a:p>
      </dsp:txBody>
      <dsp:txXfrm>
        <a:off x="38784" y="965098"/>
        <a:ext cx="10438032" cy="716935"/>
      </dsp:txXfrm>
    </dsp:sp>
    <dsp:sp modelId="{3065CFBE-920E-448D-A465-D8651F91768B}">
      <dsp:nvSpPr>
        <dsp:cNvPr id="0" name=""/>
        <dsp:cNvSpPr/>
      </dsp:nvSpPr>
      <dsp:spPr>
        <a:xfrm>
          <a:off x="0" y="1778417"/>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Has the change, once made, been documented and reported to interested parties?</a:t>
          </a:r>
        </a:p>
      </dsp:txBody>
      <dsp:txXfrm>
        <a:off x="38784" y="1817201"/>
        <a:ext cx="10438032" cy="716935"/>
      </dsp:txXfrm>
    </dsp:sp>
    <dsp:sp modelId="{881D3AC4-66F6-4074-BD30-44AE44A5C669}">
      <dsp:nvSpPr>
        <dsp:cNvPr id="0" name=""/>
        <dsp:cNvSpPr/>
      </dsp:nvSpPr>
      <dsp:spPr>
        <a:xfrm>
          <a:off x="0" y="2630520"/>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Have appropriate FTRs been conducted?</a:t>
          </a:r>
        </a:p>
      </dsp:txBody>
      <dsp:txXfrm>
        <a:off x="38784" y="2669304"/>
        <a:ext cx="10438032" cy="716935"/>
      </dsp:txXfrm>
    </dsp:sp>
    <dsp:sp modelId="{964369A5-9095-4183-AC55-B080BE1627C8}">
      <dsp:nvSpPr>
        <dsp:cNvPr id="0" name=""/>
        <dsp:cNvSpPr/>
      </dsp:nvSpPr>
      <dsp:spPr>
        <a:xfrm>
          <a:off x="0" y="3482623"/>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Has a final acceptance review been conducted to assure that all software has been properly updated, tested, and replaced?</a:t>
          </a:r>
        </a:p>
      </dsp:txBody>
      <dsp:txXfrm>
        <a:off x="38784" y="3521407"/>
        <a:ext cx="10438032" cy="71693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2B82AF-4DDA-4BDB-A06C-89E554C54DB3}" type="datetimeFigureOut">
              <a:rPr lang="en-US" smtClean="0"/>
              <a:t>12/21/2023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04358-F070-4B06-A248-3ADAEFA22538}" type="slidenum">
              <a:rPr lang="en-US" smtClean="0"/>
              <a:t>‹#›</a:t>
            </a:fld>
            <a:endParaRPr lang="en-US"/>
          </a:p>
        </p:txBody>
      </p:sp>
    </p:spTree>
    <p:extLst>
      <p:ext uri="{BB962C8B-B14F-4D97-AF65-F5344CB8AC3E}">
        <p14:creationId xmlns:p14="http://schemas.microsoft.com/office/powerpoint/2010/main" val="2476266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AF23-D3E1-EB2D-72BF-24D78B0AD6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1C2F92-2210-B2D9-C744-074FA58C1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7757C9-1877-D564-3F62-28BA75882C16}"/>
              </a:ext>
            </a:extLst>
          </p:cNvPr>
          <p:cNvSpPr>
            <a:spLocks noGrp="1"/>
          </p:cNvSpPr>
          <p:nvPr>
            <p:ph type="dt" sz="half" idx="10"/>
          </p:nvPr>
        </p:nvSpPr>
        <p:spPr/>
        <p:txBody>
          <a:bodyPr/>
          <a:lstStyle/>
          <a:p>
            <a:fld id="{2AD015CF-5AA3-42E4-871B-62AFC3E794CD}" type="datetime1">
              <a:rPr lang="en-US" smtClean="0"/>
              <a:t>12/21/2023</a:t>
            </a:fld>
            <a:endParaRPr lang="en-US"/>
          </a:p>
        </p:txBody>
      </p:sp>
      <p:sp>
        <p:nvSpPr>
          <p:cNvPr id="5" name="Footer Placeholder 4">
            <a:extLst>
              <a:ext uri="{FF2B5EF4-FFF2-40B4-BE49-F238E27FC236}">
                <a16:creationId xmlns:a16="http://schemas.microsoft.com/office/drawing/2014/main" id="{D927A265-1175-9030-E386-677B3475C046}"/>
              </a:ext>
            </a:extLst>
          </p:cNvPr>
          <p:cNvSpPr>
            <a:spLocks noGrp="1"/>
          </p:cNvSpPr>
          <p:nvPr>
            <p:ph type="ftr" sz="quarter" idx="11"/>
          </p:nvPr>
        </p:nvSpPr>
        <p:spPr/>
        <p:txBody>
          <a:bodyPr/>
          <a:lstStyle/>
          <a:p>
            <a:r>
              <a:rPr lang="en-US"/>
              <a:t>Eng. Asmaa Lafi</a:t>
            </a:r>
          </a:p>
        </p:txBody>
      </p:sp>
      <p:sp>
        <p:nvSpPr>
          <p:cNvPr id="6" name="Slide Number Placeholder 5">
            <a:extLst>
              <a:ext uri="{FF2B5EF4-FFF2-40B4-BE49-F238E27FC236}">
                <a16:creationId xmlns:a16="http://schemas.microsoft.com/office/drawing/2014/main" id="{B51CE128-4D22-E2F5-BC0A-D73C2B1DEA2C}"/>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3586280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09A3F-39FD-87B0-03C7-2AD15241ED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DCC168-29D0-0D64-87E6-D3E212835B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781381-8486-32F7-5C83-DED8725B65A0}"/>
              </a:ext>
            </a:extLst>
          </p:cNvPr>
          <p:cNvSpPr>
            <a:spLocks noGrp="1"/>
          </p:cNvSpPr>
          <p:nvPr>
            <p:ph type="dt" sz="half" idx="10"/>
          </p:nvPr>
        </p:nvSpPr>
        <p:spPr/>
        <p:txBody>
          <a:bodyPr/>
          <a:lstStyle/>
          <a:p>
            <a:fld id="{1EB07942-DFE9-4E2F-80DC-38BC4385E2A0}" type="datetime1">
              <a:rPr lang="en-US" smtClean="0"/>
              <a:t>12/21/2023</a:t>
            </a:fld>
            <a:endParaRPr lang="en-US"/>
          </a:p>
        </p:txBody>
      </p:sp>
      <p:sp>
        <p:nvSpPr>
          <p:cNvPr id="5" name="Footer Placeholder 4">
            <a:extLst>
              <a:ext uri="{FF2B5EF4-FFF2-40B4-BE49-F238E27FC236}">
                <a16:creationId xmlns:a16="http://schemas.microsoft.com/office/drawing/2014/main" id="{6E4EC4B5-9424-FA50-439F-58C608162EC0}"/>
              </a:ext>
            </a:extLst>
          </p:cNvPr>
          <p:cNvSpPr>
            <a:spLocks noGrp="1"/>
          </p:cNvSpPr>
          <p:nvPr>
            <p:ph type="ftr" sz="quarter" idx="11"/>
          </p:nvPr>
        </p:nvSpPr>
        <p:spPr/>
        <p:txBody>
          <a:bodyPr/>
          <a:lstStyle/>
          <a:p>
            <a:r>
              <a:rPr lang="en-US"/>
              <a:t>Eng. Asmaa Lafi</a:t>
            </a:r>
          </a:p>
        </p:txBody>
      </p:sp>
      <p:sp>
        <p:nvSpPr>
          <p:cNvPr id="6" name="Slide Number Placeholder 5">
            <a:extLst>
              <a:ext uri="{FF2B5EF4-FFF2-40B4-BE49-F238E27FC236}">
                <a16:creationId xmlns:a16="http://schemas.microsoft.com/office/drawing/2014/main" id="{1D061FF1-B932-D41B-62F4-1B75408E8E8D}"/>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305204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7DE94-19D4-BF5F-C05A-190ACE686D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B5D553-7532-06B2-192C-05B1490196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662E76-871E-01CA-8A58-75C7119F3458}"/>
              </a:ext>
            </a:extLst>
          </p:cNvPr>
          <p:cNvSpPr>
            <a:spLocks noGrp="1"/>
          </p:cNvSpPr>
          <p:nvPr>
            <p:ph type="dt" sz="half" idx="10"/>
          </p:nvPr>
        </p:nvSpPr>
        <p:spPr/>
        <p:txBody>
          <a:bodyPr/>
          <a:lstStyle/>
          <a:p>
            <a:fld id="{23D9426F-ADF2-4A65-97E2-0891E895C516}" type="datetime1">
              <a:rPr lang="en-US" smtClean="0"/>
              <a:t>12/21/2023</a:t>
            </a:fld>
            <a:endParaRPr lang="en-US"/>
          </a:p>
        </p:txBody>
      </p:sp>
      <p:sp>
        <p:nvSpPr>
          <p:cNvPr id="5" name="Footer Placeholder 4">
            <a:extLst>
              <a:ext uri="{FF2B5EF4-FFF2-40B4-BE49-F238E27FC236}">
                <a16:creationId xmlns:a16="http://schemas.microsoft.com/office/drawing/2014/main" id="{CD127E35-CE7D-D7F9-3827-58620C2067F6}"/>
              </a:ext>
            </a:extLst>
          </p:cNvPr>
          <p:cNvSpPr>
            <a:spLocks noGrp="1"/>
          </p:cNvSpPr>
          <p:nvPr>
            <p:ph type="ftr" sz="quarter" idx="11"/>
          </p:nvPr>
        </p:nvSpPr>
        <p:spPr/>
        <p:txBody>
          <a:bodyPr/>
          <a:lstStyle/>
          <a:p>
            <a:r>
              <a:rPr lang="en-US"/>
              <a:t>Eng. Asmaa Lafi</a:t>
            </a:r>
          </a:p>
        </p:txBody>
      </p:sp>
      <p:sp>
        <p:nvSpPr>
          <p:cNvPr id="6" name="Slide Number Placeholder 5">
            <a:extLst>
              <a:ext uri="{FF2B5EF4-FFF2-40B4-BE49-F238E27FC236}">
                <a16:creationId xmlns:a16="http://schemas.microsoft.com/office/drawing/2014/main" id="{33F0C3EF-152B-D661-01E6-89BE07022D64}"/>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3318912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6842-4A5A-C108-10FF-1CD651B58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2F9B48-FA7A-94CA-F9D3-DA15895263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46462D-1152-2A1A-1B7F-1C41F5C5B2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41774C-D88F-0076-185E-0E021A80FBF6}"/>
              </a:ext>
            </a:extLst>
          </p:cNvPr>
          <p:cNvSpPr>
            <a:spLocks noGrp="1"/>
          </p:cNvSpPr>
          <p:nvPr>
            <p:ph type="dt" sz="half" idx="10"/>
          </p:nvPr>
        </p:nvSpPr>
        <p:spPr/>
        <p:txBody>
          <a:bodyPr/>
          <a:lstStyle/>
          <a:p>
            <a:fld id="{B6261CFE-38E5-45DF-A70D-03728642C520}" type="datetime1">
              <a:rPr lang="en-US" smtClean="0"/>
              <a:t>12/21/2023</a:t>
            </a:fld>
            <a:endParaRPr lang="en-US"/>
          </a:p>
        </p:txBody>
      </p:sp>
      <p:sp>
        <p:nvSpPr>
          <p:cNvPr id="6" name="Footer Placeholder 5">
            <a:extLst>
              <a:ext uri="{FF2B5EF4-FFF2-40B4-BE49-F238E27FC236}">
                <a16:creationId xmlns:a16="http://schemas.microsoft.com/office/drawing/2014/main" id="{8602F0A5-4798-9DC4-13B1-8654D74337E6}"/>
              </a:ext>
            </a:extLst>
          </p:cNvPr>
          <p:cNvSpPr>
            <a:spLocks noGrp="1"/>
          </p:cNvSpPr>
          <p:nvPr>
            <p:ph type="ftr" sz="quarter" idx="11"/>
          </p:nvPr>
        </p:nvSpPr>
        <p:spPr/>
        <p:txBody>
          <a:bodyPr/>
          <a:lstStyle/>
          <a:p>
            <a:r>
              <a:rPr lang="en-US"/>
              <a:t>Eng. Asmaa Lafi</a:t>
            </a:r>
          </a:p>
        </p:txBody>
      </p:sp>
      <p:sp>
        <p:nvSpPr>
          <p:cNvPr id="7" name="Slide Number Placeholder 6">
            <a:extLst>
              <a:ext uri="{FF2B5EF4-FFF2-40B4-BE49-F238E27FC236}">
                <a16:creationId xmlns:a16="http://schemas.microsoft.com/office/drawing/2014/main" id="{F19A41D2-77D1-56FB-D22E-4871927B09B5}"/>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13329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4C8A0-F798-E734-E102-B1AE8DCCA8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C8953E-EA70-114A-D2DF-D947D03B87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941323-3F1F-7C19-7572-6DF5A2F19A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9356EA-D79B-B057-10E0-D10F6E27FE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705E26-D1DC-BAA6-7011-73EC9DE45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B09CCF-B04D-9BE2-6CBE-DE810C3BA300}"/>
              </a:ext>
            </a:extLst>
          </p:cNvPr>
          <p:cNvSpPr>
            <a:spLocks noGrp="1"/>
          </p:cNvSpPr>
          <p:nvPr>
            <p:ph type="dt" sz="half" idx="10"/>
          </p:nvPr>
        </p:nvSpPr>
        <p:spPr/>
        <p:txBody>
          <a:bodyPr/>
          <a:lstStyle/>
          <a:p>
            <a:fld id="{DE9125A0-FD75-49D2-B261-05289E184D34}" type="datetime1">
              <a:rPr lang="en-US" smtClean="0"/>
              <a:t>12/21/2023</a:t>
            </a:fld>
            <a:endParaRPr lang="en-US"/>
          </a:p>
        </p:txBody>
      </p:sp>
      <p:sp>
        <p:nvSpPr>
          <p:cNvPr id="8" name="Footer Placeholder 7">
            <a:extLst>
              <a:ext uri="{FF2B5EF4-FFF2-40B4-BE49-F238E27FC236}">
                <a16:creationId xmlns:a16="http://schemas.microsoft.com/office/drawing/2014/main" id="{3A5154F1-4860-15AD-1D00-75B9DF2B41BF}"/>
              </a:ext>
            </a:extLst>
          </p:cNvPr>
          <p:cNvSpPr>
            <a:spLocks noGrp="1"/>
          </p:cNvSpPr>
          <p:nvPr>
            <p:ph type="ftr" sz="quarter" idx="11"/>
          </p:nvPr>
        </p:nvSpPr>
        <p:spPr/>
        <p:txBody>
          <a:bodyPr/>
          <a:lstStyle/>
          <a:p>
            <a:r>
              <a:rPr lang="en-US"/>
              <a:t>Eng. Asmaa Lafi</a:t>
            </a:r>
          </a:p>
        </p:txBody>
      </p:sp>
      <p:sp>
        <p:nvSpPr>
          <p:cNvPr id="9" name="Slide Number Placeholder 8">
            <a:extLst>
              <a:ext uri="{FF2B5EF4-FFF2-40B4-BE49-F238E27FC236}">
                <a16:creationId xmlns:a16="http://schemas.microsoft.com/office/drawing/2014/main" id="{027B91E4-778E-B171-A21C-F8C3D9366463}"/>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1223934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1EB3F-E1EE-5C10-4723-1F2E6971AE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516CA2-F0C1-41DC-1098-8C9AC87774CC}"/>
              </a:ext>
            </a:extLst>
          </p:cNvPr>
          <p:cNvSpPr>
            <a:spLocks noGrp="1"/>
          </p:cNvSpPr>
          <p:nvPr>
            <p:ph type="dt" sz="half" idx="10"/>
          </p:nvPr>
        </p:nvSpPr>
        <p:spPr/>
        <p:txBody>
          <a:bodyPr/>
          <a:lstStyle/>
          <a:p>
            <a:fld id="{8F8830B4-486E-4D42-8AE7-0EED8494581F}" type="datetime1">
              <a:rPr lang="en-US" smtClean="0"/>
              <a:t>12/21/2023</a:t>
            </a:fld>
            <a:endParaRPr lang="en-US"/>
          </a:p>
        </p:txBody>
      </p:sp>
      <p:sp>
        <p:nvSpPr>
          <p:cNvPr id="4" name="Footer Placeholder 3">
            <a:extLst>
              <a:ext uri="{FF2B5EF4-FFF2-40B4-BE49-F238E27FC236}">
                <a16:creationId xmlns:a16="http://schemas.microsoft.com/office/drawing/2014/main" id="{13A04A07-D0CA-0829-09BB-925FC43904E4}"/>
              </a:ext>
            </a:extLst>
          </p:cNvPr>
          <p:cNvSpPr>
            <a:spLocks noGrp="1"/>
          </p:cNvSpPr>
          <p:nvPr>
            <p:ph type="ftr" sz="quarter" idx="11"/>
          </p:nvPr>
        </p:nvSpPr>
        <p:spPr/>
        <p:txBody>
          <a:bodyPr/>
          <a:lstStyle/>
          <a:p>
            <a:r>
              <a:rPr lang="en-US"/>
              <a:t>Eng. Asmaa Lafi</a:t>
            </a:r>
          </a:p>
        </p:txBody>
      </p:sp>
      <p:sp>
        <p:nvSpPr>
          <p:cNvPr id="5" name="Slide Number Placeholder 4">
            <a:extLst>
              <a:ext uri="{FF2B5EF4-FFF2-40B4-BE49-F238E27FC236}">
                <a16:creationId xmlns:a16="http://schemas.microsoft.com/office/drawing/2014/main" id="{162B5720-AE78-8783-18D8-20180A9F5BB2}"/>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52112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DC4D37-2105-6EB4-7442-50EA78A26E04}"/>
              </a:ext>
            </a:extLst>
          </p:cNvPr>
          <p:cNvSpPr>
            <a:spLocks noGrp="1"/>
          </p:cNvSpPr>
          <p:nvPr>
            <p:ph type="dt" sz="half" idx="10"/>
          </p:nvPr>
        </p:nvSpPr>
        <p:spPr/>
        <p:txBody>
          <a:bodyPr/>
          <a:lstStyle/>
          <a:p>
            <a:fld id="{5ADF5CEA-1B7D-499B-B20D-56DE9E1F535C}" type="datetime1">
              <a:rPr lang="en-US" smtClean="0"/>
              <a:t>12/21/2023</a:t>
            </a:fld>
            <a:endParaRPr lang="en-US"/>
          </a:p>
        </p:txBody>
      </p:sp>
      <p:sp>
        <p:nvSpPr>
          <p:cNvPr id="3" name="Footer Placeholder 2">
            <a:extLst>
              <a:ext uri="{FF2B5EF4-FFF2-40B4-BE49-F238E27FC236}">
                <a16:creationId xmlns:a16="http://schemas.microsoft.com/office/drawing/2014/main" id="{4DB0B77D-0FEC-3875-963B-1F150DE25256}"/>
              </a:ext>
            </a:extLst>
          </p:cNvPr>
          <p:cNvSpPr>
            <a:spLocks noGrp="1"/>
          </p:cNvSpPr>
          <p:nvPr>
            <p:ph type="ftr" sz="quarter" idx="11"/>
          </p:nvPr>
        </p:nvSpPr>
        <p:spPr/>
        <p:txBody>
          <a:bodyPr/>
          <a:lstStyle/>
          <a:p>
            <a:r>
              <a:rPr lang="en-US"/>
              <a:t>Eng. Asmaa Lafi</a:t>
            </a:r>
          </a:p>
        </p:txBody>
      </p:sp>
      <p:sp>
        <p:nvSpPr>
          <p:cNvPr id="4" name="Slide Number Placeholder 3">
            <a:extLst>
              <a:ext uri="{FF2B5EF4-FFF2-40B4-BE49-F238E27FC236}">
                <a16:creationId xmlns:a16="http://schemas.microsoft.com/office/drawing/2014/main" id="{BD65ECD3-6001-4C05-F2C9-5FF0D231A571}"/>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1792966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66B27-2361-13B5-C72E-9F100C22ED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A03460-D039-017E-6EA5-EA7FDDDB6E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09FE18-069A-6A80-C7BD-A66FE1044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5AD2FD-6EB9-DC15-A5FA-4267E83543A7}"/>
              </a:ext>
            </a:extLst>
          </p:cNvPr>
          <p:cNvSpPr>
            <a:spLocks noGrp="1"/>
          </p:cNvSpPr>
          <p:nvPr>
            <p:ph type="dt" sz="half" idx="10"/>
          </p:nvPr>
        </p:nvSpPr>
        <p:spPr/>
        <p:txBody>
          <a:bodyPr/>
          <a:lstStyle/>
          <a:p>
            <a:fld id="{B7B70021-661E-4572-98C3-5812B121C473}" type="datetime1">
              <a:rPr lang="en-US" smtClean="0"/>
              <a:t>12/21/2023</a:t>
            </a:fld>
            <a:endParaRPr lang="en-US"/>
          </a:p>
        </p:txBody>
      </p:sp>
      <p:sp>
        <p:nvSpPr>
          <p:cNvPr id="6" name="Footer Placeholder 5">
            <a:extLst>
              <a:ext uri="{FF2B5EF4-FFF2-40B4-BE49-F238E27FC236}">
                <a16:creationId xmlns:a16="http://schemas.microsoft.com/office/drawing/2014/main" id="{C9BB4619-CDB4-5F1C-599C-3E9696E8B061}"/>
              </a:ext>
            </a:extLst>
          </p:cNvPr>
          <p:cNvSpPr>
            <a:spLocks noGrp="1"/>
          </p:cNvSpPr>
          <p:nvPr>
            <p:ph type="ftr" sz="quarter" idx="11"/>
          </p:nvPr>
        </p:nvSpPr>
        <p:spPr/>
        <p:txBody>
          <a:bodyPr/>
          <a:lstStyle/>
          <a:p>
            <a:r>
              <a:rPr lang="en-US"/>
              <a:t>Eng. Asmaa Lafi</a:t>
            </a:r>
          </a:p>
        </p:txBody>
      </p:sp>
      <p:sp>
        <p:nvSpPr>
          <p:cNvPr id="7" name="Slide Number Placeholder 6">
            <a:extLst>
              <a:ext uri="{FF2B5EF4-FFF2-40B4-BE49-F238E27FC236}">
                <a16:creationId xmlns:a16="http://schemas.microsoft.com/office/drawing/2014/main" id="{07881CEB-6896-8BE7-CE9E-19AA06E4EACB}"/>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3859859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C21F-B18F-BB12-3257-19F6EDCF03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864D31-E594-6BD1-B0B1-84F87541E1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2C470F-87AE-1A00-5B2A-6986E29A6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4929F-30C3-9030-F75F-406D68336E95}"/>
              </a:ext>
            </a:extLst>
          </p:cNvPr>
          <p:cNvSpPr>
            <a:spLocks noGrp="1"/>
          </p:cNvSpPr>
          <p:nvPr>
            <p:ph type="dt" sz="half" idx="10"/>
          </p:nvPr>
        </p:nvSpPr>
        <p:spPr/>
        <p:txBody>
          <a:bodyPr/>
          <a:lstStyle/>
          <a:p>
            <a:fld id="{9DAB2B69-95D0-4799-820F-56429D2B7655}" type="datetime1">
              <a:rPr lang="en-US" smtClean="0"/>
              <a:t>12/21/2023</a:t>
            </a:fld>
            <a:endParaRPr lang="en-US"/>
          </a:p>
        </p:txBody>
      </p:sp>
      <p:sp>
        <p:nvSpPr>
          <p:cNvPr id="6" name="Footer Placeholder 5">
            <a:extLst>
              <a:ext uri="{FF2B5EF4-FFF2-40B4-BE49-F238E27FC236}">
                <a16:creationId xmlns:a16="http://schemas.microsoft.com/office/drawing/2014/main" id="{E6037645-26F1-9091-288B-1AA880A20AF4}"/>
              </a:ext>
            </a:extLst>
          </p:cNvPr>
          <p:cNvSpPr>
            <a:spLocks noGrp="1"/>
          </p:cNvSpPr>
          <p:nvPr>
            <p:ph type="ftr" sz="quarter" idx="11"/>
          </p:nvPr>
        </p:nvSpPr>
        <p:spPr/>
        <p:txBody>
          <a:bodyPr/>
          <a:lstStyle/>
          <a:p>
            <a:r>
              <a:rPr lang="en-US"/>
              <a:t>Eng. Asmaa Lafi</a:t>
            </a:r>
          </a:p>
        </p:txBody>
      </p:sp>
      <p:sp>
        <p:nvSpPr>
          <p:cNvPr id="7" name="Slide Number Placeholder 6">
            <a:extLst>
              <a:ext uri="{FF2B5EF4-FFF2-40B4-BE49-F238E27FC236}">
                <a16:creationId xmlns:a16="http://schemas.microsoft.com/office/drawing/2014/main" id="{B1273324-C52E-F494-A861-E906F3F86C5B}"/>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346952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B3DC0-6E4A-3CB3-0C13-462BE0AF0C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B44FF7-5C8C-4A50-36B9-A02AF0D3B1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D42DCF-4A0E-3105-CBAE-D6869456EFF9}"/>
              </a:ext>
            </a:extLst>
          </p:cNvPr>
          <p:cNvSpPr>
            <a:spLocks noGrp="1"/>
          </p:cNvSpPr>
          <p:nvPr>
            <p:ph type="dt" sz="half" idx="10"/>
          </p:nvPr>
        </p:nvSpPr>
        <p:spPr/>
        <p:txBody>
          <a:bodyPr/>
          <a:lstStyle/>
          <a:p>
            <a:fld id="{0AFC63B5-66F3-41B7-A47F-03F96DFF3769}" type="datetime1">
              <a:rPr lang="en-US" smtClean="0"/>
              <a:t>12/21/2023</a:t>
            </a:fld>
            <a:endParaRPr lang="en-US"/>
          </a:p>
        </p:txBody>
      </p:sp>
      <p:sp>
        <p:nvSpPr>
          <p:cNvPr id="5" name="Footer Placeholder 4">
            <a:extLst>
              <a:ext uri="{FF2B5EF4-FFF2-40B4-BE49-F238E27FC236}">
                <a16:creationId xmlns:a16="http://schemas.microsoft.com/office/drawing/2014/main" id="{6E44985D-BD02-98E4-E8DD-B7C99AD13481}"/>
              </a:ext>
            </a:extLst>
          </p:cNvPr>
          <p:cNvSpPr>
            <a:spLocks noGrp="1"/>
          </p:cNvSpPr>
          <p:nvPr>
            <p:ph type="ftr" sz="quarter" idx="11"/>
          </p:nvPr>
        </p:nvSpPr>
        <p:spPr/>
        <p:txBody>
          <a:bodyPr/>
          <a:lstStyle/>
          <a:p>
            <a:r>
              <a:rPr lang="en-US"/>
              <a:t>Eng. Asmaa Lafi</a:t>
            </a:r>
          </a:p>
        </p:txBody>
      </p:sp>
      <p:sp>
        <p:nvSpPr>
          <p:cNvPr id="6" name="Slide Number Placeholder 5">
            <a:extLst>
              <a:ext uri="{FF2B5EF4-FFF2-40B4-BE49-F238E27FC236}">
                <a16:creationId xmlns:a16="http://schemas.microsoft.com/office/drawing/2014/main" id="{49560698-25FD-F5CB-FC26-348D5F1B01F2}"/>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836167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0CAD0B-BB3D-E77B-583F-A9A786DD6A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535D9A-103F-E766-55BE-42E658051A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26FCD-4ABA-7789-4622-EFA1300056EE}"/>
              </a:ext>
            </a:extLst>
          </p:cNvPr>
          <p:cNvSpPr>
            <a:spLocks noGrp="1"/>
          </p:cNvSpPr>
          <p:nvPr>
            <p:ph type="dt" sz="half" idx="10"/>
          </p:nvPr>
        </p:nvSpPr>
        <p:spPr/>
        <p:txBody>
          <a:bodyPr/>
          <a:lstStyle/>
          <a:p>
            <a:fld id="{26A3C582-791B-4C8C-B35C-1D4024AA1AAF}" type="datetime1">
              <a:rPr lang="en-US" smtClean="0"/>
              <a:t>12/21/2023</a:t>
            </a:fld>
            <a:endParaRPr lang="en-US"/>
          </a:p>
        </p:txBody>
      </p:sp>
      <p:sp>
        <p:nvSpPr>
          <p:cNvPr id="5" name="Footer Placeholder 4">
            <a:extLst>
              <a:ext uri="{FF2B5EF4-FFF2-40B4-BE49-F238E27FC236}">
                <a16:creationId xmlns:a16="http://schemas.microsoft.com/office/drawing/2014/main" id="{5CEC8861-F108-11AF-F75C-D7FDAFEE4256}"/>
              </a:ext>
            </a:extLst>
          </p:cNvPr>
          <p:cNvSpPr>
            <a:spLocks noGrp="1"/>
          </p:cNvSpPr>
          <p:nvPr>
            <p:ph type="ftr" sz="quarter" idx="11"/>
          </p:nvPr>
        </p:nvSpPr>
        <p:spPr/>
        <p:txBody>
          <a:bodyPr/>
          <a:lstStyle/>
          <a:p>
            <a:r>
              <a:rPr lang="en-US"/>
              <a:t>Eng. Asmaa Lafi</a:t>
            </a:r>
          </a:p>
        </p:txBody>
      </p:sp>
      <p:sp>
        <p:nvSpPr>
          <p:cNvPr id="6" name="Slide Number Placeholder 5">
            <a:extLst>
              <a:ext uri="{FF2B5EF4-FFF2-40B4-BE49-F238E27FC236}">
                <a16:creationId xmlns:a16="http://schemas.microsoft.com/office/drawing/2014/main" id="{23257E02-DD3A-66E7-3F73-ADE91A67E190}"/>
              </a:ext>
            </a:extLst>
          </p:cNvPr>
          <p:cNvSpPr>
            <a:spLocks noGrp="1"/>
          </p:cNvSpPr>
          <p:nvPr>
            <p:ph type="sldNum" sz="quarter" idx="12"/>
          </p:nvPr>
        </p:nvSpPr>
        <p:spPr/>
        <p:txBody>
          <a:bodyPr/>
          <a:lstStyle/>
          <a:p>
            <a:fld id="{59919485-6FDC-4FA5-B65E-9B849A8D45AA}" type="slidenum">
              <a:rPr lang="en-US" smtClean="0"/>
              <a:t>‹#›</a:t>
            </a:fld>
            <a:endParaRPr lang="en-US"/>
          </a:p>
        </p:txBody>
      </p:sp>
    </p:spTree>
    <p:extLst>
      <p:ext uri="{BB962C8B-B14F-4D97-AF65-F5344CB8AC3E}">
        <p14:creationId xmlns:p14="http://schemas.microsoft.com/office/powerpoint/2010/main" val="1368847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3BC9EA-7C56-42AE-42E0-6D093817B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13627F-3407-0CD2-D384-7A35CAD9BE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6A2392-9161-5660-DD93-EA97FED660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F6A6D-9E40-489C-AACA-694052EEA4CE}" type="datetime1">
              <a:rPr lang="en-US" smtClean="0"/>
              <a:t>12/21/2023</a:t>
            </a:fld>
            <a:endParaRPr lang="en-US"/>
          </a:p>
        </p:txBody>
      </p:sp>
      <p:sp>
        <p:nvSpPr>
          <p:cNvPr id="5" name="Footer Placeholder 4">
            <a:extLst>
              <a:ext uri="{FF2B5EF4-FFF2-40B4-BE49-F238E27FC236}">
                <a16:creationId xmlns:a16="http://schemas.microsoft.com/office/drawing/2014/main" id="{798846C0-F83D-60F9-190D-D2765E4EA6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Eng. Asmaa Lafi</a:t>
            </a:r>
          </a:p>
        </p:txBody>
      </p:sp>
      <p:sp>
        <p:nvSpPr>
          <p:cNvPr id="6" name="Slide Number Placeholder 5">
            <a:extLst>
              <a:ext uri="{FF2B5EF4-FFF2-40B4-BE49-F238E27FC236}">
                <a16:creationId xmlns:a16="http://schemas.microsoft.com/office/drawing/2014/main" id="{1CEAB3DC-0836-7FD3-DC2C-541BDBFC7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19485-6FDC-4FA5-B65E-9B849A8D45AA}" type="slidenum">
              <a:rPr lang="en-US" smtClean="0"/>
              <a:t>‹#›</a:t>
            </a:fld>
            <a:endParaRPr lang="en-US"/>
          </a:p>
        </p:txBody>
      </p:sp>
    </p:spTree>
    <p:extLst>
      <p:ext uri="{BB962C8B-B14F-4D97-AF65-F5344CB8AC3E}">
        <p14:creationId xmlns:p14="http://schemas.microsoft.com/office/powerpoint/2010/main" val="689845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geeksforgeeks.org/software-engineering-software-quality-assurance/" TargetMode="External"/><Relationship Id="rId2" Type="http://schemas.openxmlformats.org/officeDocument/2006/relationships/hyperlink" Target="https://www.guru99.com/software-quality-assurance-test-audit-review-makes-your-life-easy.html" TargetMode="External"/><Relationship Id="rId1" Type="http://schemas.openxmlformats.org/officeDocument/2006/relationships/slideLayout" Target="../slideLayouts/slideLayout2.xml"/><Relationship Id="rId6" Type="http://schemas.openxmlformats.org/officeDocument/2006/relationships/hyperlink" Target="https://www.shiksha.com/online-courses/articles/software-quality-assurance/" TargetMode="External"/><Relationship Id="rId5" Type="http://schemas.openxmlformats.org/officeDocument/2006/relationships/hyperlink" Target="https://www.javatpoint.com/software-quality-assurance" TargetMode="External"/><Relationship Id="rId4" Type="http://schemas.openxmlformats.org/officeDocument/2006/relationships/hyperlink" Target="https://www.softwaretestinghelp.com/software-quality-assura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1026" name="Picture 2" descr="What is Software Quality Assurance, and Why Is It Important? | Turing">
            <a:extLst>
              <a:ext uri="{FF2B5EF4-FFF2-40B4-BE49-F238E27FC236}">
                <a16:creationId xmlns:a16="http://schemas.microsoft.com/office/drawing/2014/main" id="{4A075A55-4D34-C12F-B19E-1A76A3607B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7617"/>
          <a:stretch/>
        </p:blipFill>
        <p:spPr bwMode="auto">
          <a:xfrm>
            <a:off x="321733" y="321733"/>
            <a:ext cx="11548534" cy="6214534"/>
          </a:xfrm>
          <a:prstGeom prst="rect">
            <a:avLst/>
          </a:prstGeom>
          <a:noFill/>
          <a:extLst>
            <a:ext uri="{909E8E84-426E-40DD-AFC4-6F175D3DCCD1}">
              <a14:hiddenFill xmlns:a14="http://schemas.microsoft.com/office/drawing/2010/main">
                <a:solidFill>
                  <a:srgbClr val="FFFFFF"/>
                </a:solidFill>
              </a14:hiddenFill>
            </a:ext>
          </a:extLst>
        </p:spPr>
      </p:pic>
      <p:sp>
        <p:nvSpPr>
          <p:cNvPr id="11" name="Footer Placeholder 10">
            <a:extLst>
              <a:ext uri="{FF2B5EF4-FFF2-40B4-BE49-F238E27FC236}">
                <a16:creationId xmlns:a16="http://schemas.microsoft.com/office/drawing/2014/main" id="{6271B3EF-A6D2-D6F2-C2F7-368B47A58042}"/>
              </a:ext>
            </a:extLst>
          </p:cNvPr>
          <p:cNvSpPr>
            <a:spLocks noGrp="1"/>
          </p:cNvSpPr>
          <p:nvPr>
            <p:ph type="ftr" sz="quarter" idx="11"/>
          </p:nvPr>
        </p:nvSpPr>
        <p:spPr>
          <a:xfrm>
            <a:off x="4038600" y="6515390"/>
            <a:ext cx="4114800" cy="365125"/>
          </a:xfrm>
        </p:spPr>
        <p:txBody>
          <a:bodyPr vert="horz" lIns="91440" tIns="45720" rIns="91440" bIns="45720" rtlCol="0" anchor="ctr">
            <a:normAutofit/>
          </a:bodyPr>
          <a:lstStyle/>
          <a:p>
            <a:pPr>
              <a:spcAft>
                <a:spcPts val="600"/>
              </a:spcAft>
            </a:pPr>
            <a:r>
              <a:rPr lang="en-US" kern="1200">
                <a:solidFill>
                  <a:schemeClr val="tx1">
                    <a:tint val="75000"/>
                    <a:alpha val="80000"/>
                  </a:schemeClr>
                </a:solidFill>
                <a:latin typeface="+mn-lt"/>
                <a:ea typeface="+mn-ea"/>
                <a:cs typeface="+mn-cs"/>
              </a:rPr>
              <a:t>Eng. Asmaa Lafi</a:t>
            </a:r>
          </a:p>
        </p:txBody>
      </p:sp>
    </p:spTree>
    <p:extLst>
      <p:ext uri="{BB962C8B-B14F-4D97-AF65-F5344CB8AC3E}">
        <p14:creationId xmlns:p14="http://schemas.microsoft.com/office/powerpoint/2010/main" val="37741717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5439-5B93-15BA-E083-5E86D27EEDD8}"/>
              </a:ext>
            </a:extLst>
          </p:cNvPr>
          <p:cNvSpPr>
            <a:spLocks noGrp="1"/>
          </p:cNvSpPr>
          <p:nvPr>
            <p:ph type="title"/>
          </p:nvPr>
        </p:nvSpPr>
        <p:spPr/>
        <p:txBody>
          <a:bodyPr/>
          <a:lstStyle/>
          <a:p>
            <a:r>
              <a:rPr lang="en-US" altLang="en-US" b="1" dirty="0"/>
              <a:t>Software Quality Assurance</a:t>
            </a:r>
            <a:endParaRPr lang="en-GB" dirty="0"/>
          </a:p>
        </p:txBody>
      </p:sp>
      <p:sp>
        <p:nvSpPr>
          <p:cNvPr id="3" name="Content Placeholder 2">
            <a:extLst>
              <a:ext uri="{FF2B5EF4-FFF2-40B4-BE49-F238E27FC236}">
                <a16:creationId xmlns:a16="http://schemas.microsoft.com/office/drawing/2014/main" id="{66A49EFD-CFCF-E29D-83FE-B4C969DC3719}"/>
              </a:ext>
            </a:extLst>
          </p:cNvPr>
          <p:cNvSpPr>
            <a:spLocks noGrp="1"/>
          </p:cNvSpPr>
          <p:nvPr>
            <p:ph idx="1"/>
          </p:nvPr>
        </p:nvSpPr>
        <p:spPr/>
        <p:txBody>
          <a:bodyPr>
            <a:normAutofit lnSpcReduction="10000"/>
          </a:bodyPr>
          <a:lstStyle/>
          <a:p>
            <a:r>
              <a:rPr lang="en-GB" b="1" i="0" dirty="0">
                <a:solidFill>
                  <a:srgbClr val="3A3A3A"/>
                </a:solidFill>
                <a:effectLst/>
              </a:rPr>
              <a:t>Software Quality Assurance (SQA)</a:t>
            </a:r>
            <a:r>
              <a:rPr lang="en-GB" b="0" i="0" dirty="0">
                <a:solidFill>
                  <a:srgbClr val="3A3A3A"/>
                </a:solidFill>
                <a:effectLst/>
              </a:rPr>
              <a:t> is a process that assures that all software engineering processes, methods, activities, and work items are monitored and comply with the defined standards. These defined standards could be one or a combination of anything like ISO 9000, CMMI model, ISO15504, etc.</a:t>
            </a:r>
          </a:p>
          <a:p>
            <a:r>
              <a:rPr lang="en-GB" b="0" i="0" dirty="0">
                <a:solidFill>
                  <a:srgbClr val="374151"/>
                </a:solidFill>
                <a:effectLst/>
              </a:rPr>
              <a:t>It involves monitoring and improving the entire software development process.</a:t>
            </a:r>
            <a:endParaRPr lang="en-GB" dirty="0">
              <a:solidFill>
                <a:srgbClr val="374151"/>
              </a:solidFill>
            </a:endParaRPr>
          </a:p>
          <a:p>
            <a:r>
              <a:rPr lang="en-GB" b="0" i="0" dirty="0">
                <a:solidFill>
                  <a:srgbClr val="374151"/>
                </a:solidFill>
                <a:effectLst/>
              </a:rPr>
              <a:t>SQA is crucial for delivering high-quality software by preventing and identifying defects early in the development process.</a:t>
            </a:r>
          </a:p>
          <a:p>
            <a:r>
              <a:rPr lang="en-GB" b="0" i="0" dirty="0">
                <a:solidFill>
                  <a:srgbClr val="374151"/>
                </a:solidFill>
                <a:effectLst/>
              </a:rPr>
              <a:t> It helps in meeting customer expectations, reducing costs, and ensuring compliance with standards.</a:t>
            </a:r>
            <a:endParaRPr lang="en-GB" dirty="0"/>
          </a:p>
          <a:p>
            <a:endParaRPr lang="en-GB" dirty="0"/>
          </a:p>
        </p:txBody>
      </p:sp>
      <p:sp>
        <p:nvSpPr>
          <p:cNvPr id="4" name="Footer Placeholder 3">
            <a:extLst>
              <a:ext uri="{FF2B5EF4-FFF2-40B4-BE49-F238E27FC236}">
                <a16:creationId xmlns:a16="http://schemas.microsoft.com/office/drawing/2014/main" id="{D66B1DC6-C63C-D1A0-0F70-EFEEF4776E81}"/>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205043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3C7B-7F70-4395-74B6-0A576C0436B1}"/>
              </a:ext>
            </a:extLst>
          </p:cNvPr>
          <p:cNvSpPr>
            <a:spLocks noGrp="1"/>
          </p:cNvSpPr>
          <p:nvPr>
            <p:ph type="title"/>
          </p:nvPr>
        </p:nvSpPr>
        <p:spPr>
          <a:xfrm>
            <a:off x="838200" y="365126"/>
            <a:ext cx="10515600" cy="775306"/>
          </a:xfrm>
        </p:spPr>
        <p:txBody>
          <a:bodyPr>
            <a:normAutofit fontScale="90000"/>
          </a:bodyPr>
          <a:lstStyle/>
          <a:p>
            <a:r>
              <a:rPr lang="fr-FR" b="1" dirty="0"/>
              <a:t>Software Quality Assurance (SQA) Techniques</a:t>
            </a:r>
            <a:br>
              <a:rPr lang="fr-FR" b="1" dirty="0"/>
            </a:br>
            <a:endParaRPr lang="en-GB" b="1" dirty="0"/>
          </a:p>
        </p:txBody>
      </p:sp>
      <p:sp>
        <p:nvSpPr>
          <p:cNvPr id="3" name="Content Placeholder 2">
            <a:extLst>
              <a:ext uri="{FF2B5EF4-FFF2-40B4-BE49-F238E27FC236}">
                <a16:creationId xmlns:a16="http://schemas.microsoft.com/office/drawing/2014/main" id="{7DAF6CF9-B4ED-DA1B-9997-C06EEBB87C47}"/>
              </a:ext>
            </a:extLst>
          </p:cNvPr>
          <p:cNvSpPr>
            <a:spLocks noGrp="1"/>
          </p:cNvSpPr>
          <p:nvPr>
            <p:ph idx="1"/>
          </p:nvPr>
        </p:nvSpPr>
        <p:spPr>
          <a:xfrm>
            <a:off x="838200" y="965771"/>
            <a:ext cx="10515600" cy="5211192"/>
          </a:xfrm>
        </p:spPr>
        <p:txBody>
          <a:bodyPr>
            <a:normAutofit lnSpcReduction="10000"/>
          </a:bodyPr>
          <a:lstStyle/>
          <a:p>
            <a:pPr algn="l"/>
            <a:r>
              <a:rPr lang="en-GB" b="1" i="0" dirty="0">
                <a:solidFill>
                  <a:srgbClr val="000000"/>
                </a:solidFill>
                <a:effectLst/>
                <a:latin typeface="Inter" panose="020B0502030000000004" pitchFamily="34" charset="0"/>
              </a:rPr>
              <a:t>1. Audits</a:t>
            </a:r>
          </a:p>
          <a:p>
            <a:pPr marL="0" indent="0" algn="l">
              <a:buNone/>
            </a:pPr>
            <a:r>
              <a:rPr lang="en-GB" sz="3000" dirty="0">
                <a:solidFill>
                  <a:srgbClr val="3A3A3A"/>
                </a:solidFill>
              </a:rPr>
              <a:t>Audits involve inspecting work products and related information to determine whether they follow standard processes.</a:t>
            </a:r>
          </a:p>
          <a:p>
            <a:pPr marL="0" indent="0" algn="l">
              <a:buNone/>
            </a:pPr>
            <a:endParaRPr lang="en-GB" sz="3000" dirty="0">
              <a:solidFill>
                <a:srgbClr val="3A3A3A"/>
              </a:solidFill>
            </a:endParaRPr>
          </a:p>
          <a:p>
            <a:pPr algn="l"/>
            <a:r>
              <a:rPr lang="en-GB" b="1" i="0" dirty="0">
                <a:solidFill>
                  <a:srgbClr val="000000"/>
                </a:solidFill>
                <a:effectLst/>
                <a:latin typeface="Inter" panose="020B0502030000000004" pitchFamily="34" charset="0"/>
              </a:rPr>
              <a:t>2. Review</a:t>
            </a:r>
          </a:p>
          <a:p>
            <a:pPr marL="0" indent="0" algn="l">
              <a:buNone/>
            </a:pPr>
            <a:r>
              <a:rPr lang="en-GB" sz="3000" dirty="0">
                <a:solidFill>
                  <a:srgbClr val="3A3A3A"/>
                </a:solidFill>
              </a:rPr>
              <a:t>A meeting where a software product is reviewed by internal and external stakeholders and comments and approvals are collected.</a:t>
            </a:r>
          </a:p>
          <a:p>
            <a:pPr marL="0" indent="0" algn="l">
              <a:buNone/>
            </a:pPr>
            <a:endParaRPr lang="en-GB" sz="3000" dirty="0">
              <a:solidFill>
                <a:srgbClr val="3A3A3A"/>
              </a:solidFill>
            </a:endParaRPr>
          </a:p>
          <a:p>
            <a:pPr algn="l"/>
            <a:r>
              <a:rPr lang="en-GB" b="1" i="0" dirty="0">
                <a:solidFill>
                  <a:srgbClr val="000000"/>
                </a:solidFill>
                <a:effectLst/>
                <a:latin typeface="Inter" panose="020B0502030000000004" pitchFamily="34" charset="0"/>
              </a:rPr>
              <a:t>3. Simulation</a:t>
            </a:r>
          </a:p>
          <a:p>
            <a:pPr marL="0" indent="0" algn="l">
              <a:buNone/>
            </a:pPr>
            <a:r>
              <a:rPr lang="en-GB" sz="3000" dirty="0">
                <a:solidFill>
                  <a:srgbClr val="3A3A3A"/>
                </a:solidFill>
              </a:rPr>
              <a:t>A simulation is a tool that models real-life situations to virtually study the behaviour of the system under study.</a:t>
            </a:r>
          </a:p>
          <a:p>
            <a:pPr marL="0" indent="0" algn="l">
              <a:buNone/>
            </a:pPr>
            <a:endParaRPr lang="en-GB" sz="3000" dirty="0">
              <a:solidFill>
                <a:srgbClr val="3A3A3A"/>
              </a:solidFill>
            </a:endParaRPr>
          </a:p>
          <a:p>
            <a:endParaRPr lang="en-GB" dirty="0"/>
          </a:p>
        </p:txBody>
      </p:sp>
      <p:sp>
        <p:nvSpPr>
          <p:cNvPr id="4" name="Footer Placeholder 3">
            <a:extLst>
              <a:ext uri="{FF2B5EF4-FFF2-40B4-BE49-F238E27FC236}">
                <a16:creationId xmlns:a16="http://schemas.microsoft.com/office/drawing/2014/main" id="{2E92D7C6-E056-EF35-4754-64E96B14C776}"/>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1941372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84462-25DB-57C6-FDA1-8460A857881F}"/>
              </a:ext>
            </a:extLst>
          </p:cNvPr>
          <p:cNvSpPr>
            <a:spLocks noGrp="1"/>
          </p:cNvSpPr>
          <p:nvPr>
            <p:ph type="title"/>
          </p:nvPr>
        </p:nvSpPr>
        <p:spPr>
          <a:xfrm>
            <a:off x="229456" y="136525"/>
            <a:ext cx="11962544" cy="1178567"/>
          </a:xfrm>
        </p:spPr>
        <p:txBody>
          <a:bodyPr>
            <a:normAutofit/>
          </a:bodyPr>
          <a:lstStyle/>
          <a:p>
            <a:r>
              <a:rPr lang="fr-FR" sz="4200" b="1" dirty="0"/>
              <a:t>Software Quality Assurance (SQA) Techniques (cont’d)</a:t>
            </a:r>
            <a:endParaRPr lang="en-GB" sz="4200" dirty="0"/>
          </a:p>
        </p:txBody>
      </p:sp>
      <p:sp>
        <p:nvSpPr>
          <p:cNvPr id="3" name="Content Placeholder 2">
            <a:extLst>
              <a:ext uri="{FF2B5EF4-FFF2-40B4-BE49-F238E27FC236}">
                <a16:creationId xmlns:a16="http://schemas.microsoft.com/office/drawing/2014/main" id="{63C1E0C4-51AE-BE99-051B-53B8A1F8FDC1}"/>
              </a:ext>
            </a:extLst>
          </p:cNvPr>
          <p:cNvSpPr>
            <a:spLocks noGrp="1"/>
          </p:cNvSpPr>
          <p:nvPr>
            <p:ph idx="1"/>
          </p:nvPr>
        </p:nvSpPr>
        <p:spPr>
          <a:xfrm>
            <a:off x="838200" y="1315092"/>
            <a:ext cx="10515600" cy="4861871"/>
          </a:xfrm>
        </p:spPr>
        <p:txBody>
          <a:bodyPr>
            <a:normAutofit fontScale="77500" lnSpcReduction="20000"/>
          </a:bodyPr>
          <a:lstStyle/>
          <a:p>
            <a:pPr algn="l"/>
            <a:r>
              <a:rPr lang="en-GB" b="1" i="0" dirty="0">
                <a:solidFill>
                  <a:srgbClr val="000000"/>
                </a:solidFill>
                <a:effectLst/>
                <a:latin typeface="Inter" panose="020B0502030000000004" pitchFamily="34" charset="0"/>
              </a:rPr>
              <a:t>4. Functional Testing</a:t>
            </a:r>
          </a:p>
          <a:p>
            <a:pPr marL="0" indent="0" algn="l">
              <a:buNone/>
            </a:pPr>
            <a:r>
              <a:rPr lang="en-GB" sz="2800" dirty="0">
                <a:solidFill>
                  <a:srgbClr val="3A3A3A"/>
                </a:solidFill>
              </a:rPr>
              <a:t>A QA technique checks what the system is doing without considering how the system works. This type of black box testing is primarily focused on testing system specifications or functionality. </a:t>
            </a:r>
          </a:p>
          <a:p>
            <a:pPr algn="l"/>
            <a:endParaRPr lang="en-GB" b="1" i="0" dirty="0">
              <a:solidFill>
                <a:srgbClr val="000000"/>
              </a:solidFill>
              <a:effectLst/>
              <a:latin typeface="Inter" panose="020B0502030000000004" pitchFamily="34" charset="0"/>
            </a:endParaRPr>
          </a:p>
          <a:p>
            <a:pPr algn="l"/>
            <a:r>
              <a:rPr lang="en-GB" b="1" i="0" dirty="0">
                <a:solidFill>
                  <a:srgbClr val="000000"/>
                </a:solidFill>
                <a:effectLst/>
                <a:latin typeface="Inter" panose="020B0502030000000004" pitchFamily="34" charset="0"/>
              </a:rPr>
              <a:t>5. Code inspection</a:t>
            </a:r>
          </a:p>
          <a:p>
            <a:pPr marL="0" indent="0" algn="l">
              <a:buNone/>
            </a:pPr>
            <a:r>
              <a:rPr lang="en-GB" sz="3400" dirty="0">
                <a:solidFill>
                  <a:srgbClr val="3A3A3A"/>
                </a:solidFill>
              </a:rPr>
              <a:t>This is the most formal type of review, running static tests to find bugs and prevent them from escalating at a later stage. It is performed by trained mediators/peers and is based on rules, checklists, </a:t>
            </a:r>
          </a:p>
          <a:p>
            <a:pPr algn="l"/>
            <a:r>
              <a:rPr lang="en-GB" b="1" i="0" dirty="0">
                <a:solidFill>
                  <a:srgbClr val="000000"/>
                </a:solidFill>
                <a:effectLst/>
                <a:latin typeface="Inter" panose="020B0502030000000004" pitchFamily="34" charset="0"/>
              </a:rPr>
              <a:t>6. Static Analysis</a:t>
            </a:r>
          </a:p>
          <a:p>
            <a:pPr marL="0" indent="0" algn="l">
              <a:buNone/>
            </a:pPr>
            <a:r>
              <a:rPr lang="en-GB" sz="3400" dirty="0">
                <a:solidFill>
                  <a:srgbClr val="3A3A3A"/>
                </a:solidFill>
              </a:rPr>
              <a:t>Software analysis is performed by automated tools without actually running the program. This technique is commonly used for medical, nuclear, and aerospace software quality assurance. Software metrics and reverse engineering are common forms of static analysis. </a:t>
            </a:r>
          </a:p>
          <a:p>
            <a:endParaRPr lang="en-GB" dirty="0"/>
          </a:p>
        </p:txBody>
      </p:sp>
      <p:sp>
        <p:nvSpPr>
          <p:cNvPr id="4" name="Footer Placeholder 3">
            <a:extLst>
              <a:ext uri="{FF2B5EF4-FFF2-40B4-BE49-F238E27FC236}">
                <a16:creationId xmlns:a16="http://schemas.microsoft.com/office/drawing/2014/main" id="{3821C223-B6A9-CB29-7376-87E67E260422}"/>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1474760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8053-0F4D-2AAE-4DA1-32B8270FCC2A}"/>
              </a:ext>
            </a:extLst>
          </p:cNvPr>
          <p:cNvSpPr>
            <a:spLocks noGrp="1"/>
          </p:cNvSpPr>
          <p:nvPr>
            <p:ph type="title"/>
          </p:nvPr>
        </p:nvSpPr>
        <p:spPr>
          <a:xfrm>
            <a:off x="595901" y="365125"/>
            <a:ext cx="11596099" cy="939693"/>
          </a:xfrm>
        </p:spPr>
        <p:txBody>
          <a:bodyPr>
            <a:normAutofit/>
          </a:bodyPr>
          <a:lstStyle/>
          <a:p>
            <a:r>
              <a:rPr lang="fr-FR" sz="4200" b="1" dirty="0"/>
              <a:t>Software Quality Assurance (SQA) Techniques (cont’d)</a:t>
            </a:r>
            <a:endParaRPr lang="en-GB" sz="4200" dirty="0"/>
          </a:p>
        </p:txBody>
      </p:sp>
      <p:sp>
        <p:nvSpPr>
          <p:cNvPr id="3" name="Content Placeholder 2">
            <a:extLst>
              <a:ext uri="{FF2B5EF4-FFF2-40B4-BE49-F238E27FC236}">
                <a16:creationId xmlns:a16="http://schemas.microsoft.com/office/drawing/2014/main" id="{76873852-F7F6-95E0-DC30-01E86561959B}"/>
              </a:ext>
            </a:extLst>
          </p:cNvPr>
          <p:cNvSpPr>
            <a:spLocks noGrp="1"/>
          </p:cNvSpPr>
          <p:nvPr>
            <p:ph idx="1"/>
          </p:nvPr>
        </p:nvSpPr>
        <p:spPr/>
        <p:txBody>
          <a:bodyPr>
            <a:normAutofit fontScale="92500" lnSpcReduction="10000"/>
          </a:bodyPr>
          <a:lstStyle/>
          <a:p>
            <a:pPr algn="l"/>
            <a:r>
              <a:rPr lang="en-GB" b="1" i="0" dirty="0">
                <a:solidFill>
                  <a:srgbClr val="000000"/>
                </a:solidFill>
                <a:effectLst/>
                <a:latin typeface="Inter" panose="020B0502030000000004" pitchFamily="34" charset="0"/>
              </a:rPr>
              <a:t>7. Walkthroughs</a:t>
            </a:r>
          </a:p>
          <a:p>
            <a:pPr marL="0" indent="0" algn="l">
              <a:buNone/>
            </a:pPr>
            <a:r>
              <a:rPr lang="en-GB" sz="2800" dirty="0">
                <a:solidFill>
                  <a:srgbClr val="3A3A3A"/>
                </a:solidFill>
              </a:rPr>
              <a:t>Software or code walkthroughs guide developers to explore a product, ask questions, suggest alternatives, and comment on possible bugs, standards violations, or other issues by guiding members of the development team. A type of peer review that you provide.</a:t>
            </a:r>
          </a:p>
          <a:p>
            <a:pPr marL="0" indent="0" algn="l">
              <a:buNone/>
            </a:pPr>
            <a:endParaRPr lang="en-GB" sz="2800" dirty="0">
              <a:solidFill>
                <a:srgbClr val="3A3A3A"/>
              </a:solidFill>
            </a:endParaRPr>
          </a:p>
          <a:p>
            <a:pPr algn="l"/>
            <a:r>
              <a:rPr lang="en-GB" b="1" i="0" dirty="0">
                <a:solidFill>
                  <a:srgbClr val="000000"/>
                </a:solidFill>
                <a:effectLst/>
                <a:latin typeface="Inter" panose="020B0502030000000004" pitchFamily="34" charset="0"/>
              </a:rPr>
              <a:t>8. Six Sigma</a:t>
            </a:r>
          </a:p>
          <a:p>
            <a:pPr marL="0" indent="0">
              <a:buNone/>
            </a:pPr>
            <a:r>
              <a:rPr lang="en-GB" sz="2800" dirty="0">
                <a:solidFill>
                  <a:srgbClr val="3A3A3A"/>
                </a:solidFill>
              </a:rPr>
              <a:t>Six Sigma is a quality assurance approach aimed at near-perfect products or services. It is widely used in many fields, including software. The main goal of Six Sigma is to improve the process so that the software produced is 99.76% error-free.</a:t>
            </a:r>
          </a:p>
          <a:p>
            <a:endParaRPr lang="en-GB" dirty="0"/>
          </a:p>
        </p:txBody>
      </p:sp>
      <p:sp>
        <p:nvSpPr>
          <p:cNvPr id="4" name="Footer Placeholder 3">
            <a:extLst>
              <a:ext uri="{FF2B5EF4-FFF2-40B4-BE49-F238E27FC236}">
                <a16:creationId xmlns:a16="http://schemas.microsoft.com/office/drawing/2014/main" id="{934C981A-2E65-F57E-E812-F86A17629BFF}"/>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2841513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AAF53-6B5B-932F-DCA6-9280476741EF}"/>
              </a:ext>
            </a:extLst>
          </p:cNvPr>
          <p:cNvSpPr>
            <a:spLocks noGrp="1"/>
          </p:cNvSpPr>
          <p:nvPr>
            <p:ph type="title"/>
          </p:nvPr>
        </p:nvSpPr>
        <p:spPr/>
        <p:txBody>
          <a:bodyPr>
            <a:normAutofit/>
          </a:bodyPr>
          <a:lstStyle/>
          <a:p>
            <a:r>
              <a:rPr lang="en-GB" b="1" dirty="0"/>
              <a:t>How to implement the quality assurance?</a:t>
            </a:r>
            <a:br>
              <a:rPr lang="en-GB" b="1" dirty="0"/>
            </a:br>
            <a:endParaRPr lang="en-GB" b="1" dirty="0"/>
          </a:p>
        </p:txBody>
      </p:sp>
      <p:pic>
        <p:nvPicPr>
          <p:cNvPr id="5" name="Content Placeholder 4">
            <a:extLst>
              <a:ext uri="{FF2B5EF4-FFF2-40B4-BE49-F238E27FC236}">
                <a16:creationId xmlns:a16="http://schemas.microsoft.com/office/drawing/2014/main" id="{32DAA214-F814-A14B-69C7-17E927CEE2BA}"/>
              </a:ext>
            </a:extLst>
          </p:cNvPr>
          <p:cNvPicPr>
            <a:picLocks noGrp="1" noChangeAspect="1"/>
          </p:cNvPicPr>
          <p:nvPr>
            <p:ph idx="1"/>
          </p:nvPr>
        </p:nvPicPr>
        <p:blipFill>
          <a:blip r:embed="rId2"/>
          <a:stretch>
            <a:fillRect/>
          </a:stretch>
        </p:blipFill>
        <p:spPr>
          <a:xfrm>
            <a:off x="2270589" y="1451014"/>
            <a:ext cx="8003567" cy="4485362"/>
          </a:xfrm>
          <a:prstGeom prst="rect">
            <a:avLst/>
          </a:prstGeom>
        </p:spPr>
      </p:pic>
      <p:sp>
        <p:nvSpPr>
          <p:cNvPr id="4" name="Footer Placeholder 3">
            <a:extLst>
              <a:ext uri="{FF2B5EF4-FFF2-40B4-BE49-F238E27FC236}">
                <a16:creationId xmlns:a16="http://schemas.microsoft.com/office/drawing/2014/main" id="{9C280835-9B3E-232D-445B-6B89A4FDF4C0}"/>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3588474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CAA7-CB42-9C11-A4BE-4C9591A60BBD}"/>
              </a:ext>
            </a:extLst>
          </p:cNvPr>
          <p:cNvSpPr>
            <a:spLocks noGrp="1"/>
          </p:cNvSpPr>
          <p:nvPr>
            <p:ph type="title"/>
          </p:nvPr>
        </p:nvSpPr>
        <p:spPr>
          <a:xfrm>
            <a:off x="838200" y="136525"/>
            <a:ext cx="10515600" cy="1325563"/>
          </a:xfrm>
        </p:spPr>
        <p:txBody>
          <a:bodyPr/>
          <a:lstStyle/>
          <a:p>
            <a:r>
              <a:rPr lang="en-GB" b="1" dirty="0"/>
              <a:t>Develop SQA Plan</a:t>
            </a:r>
            <a:br>
              <a:rPr lang="en-GB" b="1" i="0" dirty="0">
                <a:solidFill>
                  <a:srgbClr val="222222"/>
                </a:solidFill>
                <a:effectLst/>
                <a:latin typeface="Source Sans Pro" panose="020B0503030403020204" pitchFamily="34" charset="0"/>
              </a:rPr>
            </a:br>
            <a:endParaRPr lang="en-GB" dirty="0"/>
          </a:p>
        </p:txBody>
      </p:sp>
      <p:sp>
        <p:nvSpPr>
          <p:cNvPr id="3" name="Content Placeholder 2">
            <a:extLst>
              <a:ext uri="{FF2B5EF4-FFF2-40B4-BE49-F238E27FC236}">
                <a16:creationId xmlns:a16="http://schemas.microsoft.com/office/drawing/2014/main" id="{2F456C37-A267-9F63-D70F-0DC8C4EAF3B1}"/>
              </a:ext>
            </a:extLst>
          </p:cNvPr>
          <p:cNvSpPr>
            <a:spLocks noGrp="1"/>
          </p:cNvSpPr>
          <p:nvPr>
            <p:ph idx="1"/>
          </p:nvPr>
        </p:nvSpPr>
        <p:spPr>
          <a:xfrm>
            <a:off x="1156700" y="1130158"/>
            <a:ext cx="10515600" cy="4872145"/>
          </a:xfrm>
        </p:spPr>
        <p:txBody>
          <a:bodyPr/>
          <a:lstStyle/>
          <a:p>
            <a:r>
              <a:rPr lang="en-GB" b="0" i="0" dirty="0">
                <a:solidFill>
                  <a:srgbClr val="222222"/>
                </a:solidFill>
                <a:effectLst/>
                <a:latin typeface="Source Sans Pro" panose="020B0503030403020204" pitchFamily="34" charset="0"/>
              </a:rPr>
              <a:t>The goal of SQA plan is to craft planning processes and procedures to ensure products manufactured, or the service delivered by the organization are of exceptional quality.</a:t>
            </a:r>
          </a:p>
          <a:p>
            <a:r>
              <a:rPr lang="en-GB" b="0" i="0" dirty="0">
                <a:solidFill>
                  <a:srgbClr val="222222"/>
                </a:solidFill>
                <a:effectLst/>
                <a:latin typeface="Source Sans Pro" panose="020B0503030403020204" pitchFamily="34" charset="0"/>
              </a:rPr>
              <a:t>In the SQA Plan, the Test Manager should do as following</a:t>
            </a:r>
          </a:p>
          <a:p>
            <a:endParaRPr lang="en-GB" dirty="0"/>
          </a:p>
        </p:txBody>
      </p:sp>
      <p:sp>
        <p:nvSpPr>
          <p:cNvPr id="4" name="Footer Placeholder 3">
            <a:extLst>
              <a:ext uri="{FF2B5EF4-FFF2-40B4-BE49-F238E27FC236}">
                <a16:creationId xmlns:a16="http://schemas.microsoft.com/office/drawing/2014/main" id="{18F50D68-B2BA-260C-7CDC-102132434DC4}"/>
              </a:ext>
            </a:extLst>
          </p:cNvPr>
          <p:cNvSpPr>
            <a:spLocks noGrp="1"/>
          </p:cNvSpPr>
          <p:nvPr>
            <p:ph type="ftr" sz="quarter" idx="11"/>
          </p:nvPr>
        </p:nvSpPr>
        <p:spPr/>
        <p:txBody>
          <a:bodyPr/>
          <a:lstStyle/>
          <a:p>
            <a:r>
              <a:rPr lang="en-US"/>
              <a:t>Eng. Asmaa Lafi</a:t>
            </a:r>
          </a:p>
        </p:txBody>
      </p:sp>
      <p:pic>
        <p:nvPicPr>
          <p:cNvPr id="1026" name="Picture 2">
            <a:extLst>
              <a:ext uri="{FF2B5EF4-FFF2-40B4-BE49-F238E27FC236}">
                <a16:creationId xmlns:a16="http://schemas.microsoft.com/office/drawing/2014/main" id="{637264E3-F097-B0E6-543F-54465D1E7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416" y="3168035"/>
            <a:ext cx="10007884" cy="2862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660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9BB3E6-A8E6-B61A-A15A-4A4B93319D05}"/>
              </a:ext>
            </a:extLst>
          </p:cNvPr>
          <p:cNvSpPr>
            <a:spLocks noGrp="1"/>
          </p:cNvSpPr>
          <p:nvPr>
            <p:ph type="title"/>
          </p:nvPr>
        </p:nvSpPr>
        <p:spPr>
          <a:xfrm>
            <a:off x="630936" y="639520"/>
            <a:ext cx="3429000" cy="1719072"/>
          </a:xfrm>
        </p:spPr>
        <p:txBody>
          <a:bodyPr anchor="b">
            <a:normAutofit/>
          </a:bodyPr>
          <a:lstStyle/>
          <a:p>
            <a:r>
              <a:rPr lang="en-GB" sz="5000" b="1" dirty="0"/>
              <a:t>Develop SQA Plan (cont’d)</a:t>
            </a:r>
            <a:endParaRPr lang="en-GB" sz="5000" dirty="0"/>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90DE03-DD9C-E61A-ECD3-32102E775DC1}"/>
              </a:ext>
            </a:extLst>
          </p:cNvPr>
          <p:cNvSpPr>
            <a:spLocks noGrp="1"/>
          </p:cNvSpPr>
          <p:nvPr>
            <p:ph idx="1"/>
          </p:nvPr>
        </p:nvSpPr>
        <p:spPr>
          <a:xfrm>
            <a:off x="284251" y="2807208"/>
            <a:ext cx="4125807" cy="3410712"/>
          </a:xfrm>
        </p:spPr>
        <p:txBody>
          <a:bodyPr anchor="t">
            <a:normAutofit/>
          </a:bodyPr>
          <a:lstStyle/>
          <a:p>
            <a:r>
              <a:rPr lang="en-GB" sz="1900" b="1" i="0" dirty="0">
                <a:effectLst/>
                <a:latin typeface="Source Sans Pro" panose="020B0503030403020204" pitchFamily="34" charset="0"/>
              </a:rPr>
              <a:t> Identify the role and responsibilities of SQA team</a:t>
            </a:r>
          </a:p>
          <a:p>
            <a:r>
              <a:rPr lang="en-GB" sz="1900" dirty="0"/>
              <a:t>The SQA team is the group of person who plays the major role in the project. Without QA, no business will run successfully. Therefore, the Test Manager has to make clear the responsibility of each SQA member in SQA plan .</a:t>
            </a:r>
          </a:p>
          <a:p>
            <a:endParaRPr lang="en-GB" sz="1900" dirty="0"/>
          </a:p>
        </p:txBody>
      </p:sp>
      <p:pic>
        <p:nvPicPr>
          <p:cNvPr id="6" name="Picture 5">
            <a:extLst>
              <a:ext uri="{FF2B5EF4-FFF2-40B4-BE49-F238E27FC236}">
                <a16:creationId xmlns:a16="http://schemas.microsoft.com/office/drawing/2014/main" id="{7A1B7C51-8364-3AF5-2102-07A15D93AE31}"/>
              </a:ext>
            </a:extLst>
          </p:cNvPr>
          <p:cNvPicPr>
            <a:picLocks noChangeAspect="1"/>
          </p:cNvPicPr>
          <p:nvPr/>
        </p:nvPicPr>
        <p:blipFill>
          <a:blip r:embed="rId2"/>
          <a:stretch>
            <a:fillRect/>
          </a:stretch>
        </p:blipFill>
        <p:spPr>
          <a:xfrm>
            <a:off x="4410059" y="1963021"/>
            <a:ext cx="7497690" cy="3410712"/>
          </a:xfrm>
          <a:prstGeom prst="rect">
            <a:avLst/>
          </a:prstGeom>
        </p:spPr>
      </p:pic>
      <p:sp>
        <p:nvSpPr>
          <p:cNvPr id="4" name="Footer Placeholder 3">
            <a:extLst>
              <a:ext uri="{FF2B5EF4-FFF2-40B4-BE49-F238E27FC236}">
                <a16:creationId xmlns:a16="http://schemas.microsoft.com/office/drawing/2014/main" id="{2C86CFE7-DACD-2B00-3B63-5BBFE88198EF}"/>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Eng. Asmaa Lafi</a:t>
            </a:r>
          </a:p>
        </p:txBody>
      </p:sp>
    </p:spTree>
    <p:extLst>
      <p:ext uri="{BB962C8B-B14F-4D97-AF65-F5344CB8AC3E}">
        <p14:creationId xmlns:p14="http://schemas.microsoft.com/office/powerpoint/2010/main" val="4193010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3E51A-C609-19D6-06DA-083143FEF6EF}"/>
              </a:ext>
            </a:extLst>
          </p:cNvPr>
          <p:cNvSpPr>
            <a:spLocks noGrp="1"/>
          </p:cNvSpPr>
          <p:nvPr>
            <p:ph type="title"/>
          </p:nvPr>
        </p:nvSpPr>
        <p:spPr>
          <a:xfrm>
            <a:off x="630936" y="639520"/>
            <a:ext cx="3429000" cy="1719072"/>
          </a:xfrm>
        </p:spPr>
        <p:txBody>
          <a:bodyPr anchor="b">
            <a:normAutofit/>
          </a:bodyPr>
          <a:lstStyle/>
          <a:p>
            <a:r>
              <a:rPr lang="en-GB" sz="5000" b="1" dirty="0"/>
              <a:t>Develop SQA Plan (cont’d)</a:t>
            </a:r>
            <a:endParaRPr lang="en-GB" sz="5000" dirty="0"/>
          </a:p>
        </p:txBody>
      </p:sp>
      <p:sp>
        <p:nvSpPr>
          <p:cNvPr id="16"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D00876-553C-8581-ADC5-605F85ED9EC4}"/>
              </a:ext>
            </a:extLst>
          </p:cNvPr>
          <p:cNvSpPr>
            <a:spLocks noGrp="1"/>
          </p:cNvSpPr>
          <p:nvPr>
            <p:ph idx="1"/>
          </p:nvPr>
        </p:nvSpPr>
        <p:spPr>
          <a:xfrm>
            <a:off x="333910" y="2807208"/>
            <a:ext cx="4114800" cy="3410712"/>
          </a:xfrm>
        </p:spPr>
        <p:txBody>
          <a:bodyPr anchor="t">
            <a:normAutofit lnSpcReduction="10000"/>
          </a:bodyPr>
          <a:lstStyle/>
          <a:p>
            <a:r>
              <a:rPr lang="en-GB" sz="2000" b="1" i="0" dirty="0">
                <a:effectLst/>
                <a:latin typeface="Source Sans Pro" panose="020B0503030403020204" pitchFamily="34" charset="0"/>
              </a:rPr>
              <a:t>List of the work products that the SQA auditor will review and audit</a:t>
            </a:r>
          </a:p>
          <a:p>
            <a:r>
              <a:rPr lang="en-GB" sz="2000" b="0" i="0" dirty="0">
                <a:effectLst/>
                <a:latin typeface="Source Sans Pro" panose="020B0503030403020204" pitchFamily="34" charset="0"/>
              </a:rPr>
              <a:t>The Test Manager should</a:t>
            </a:r>
          </a:p>
          <a:p>
            <a:pPr lvl="1"/>
            <a:r>
              <a:rPr lang="en-GB" sz="2000" b="1" i="0" dirty="0">
                <a:effectLst/>
                <a:latin typeface="Source Sans Pro" panose="020B0503030403020204" pitchFamily="34" charset="0"/>
              </a:rPr>
              <a:t>List</a:t>
            </a:r>
            <a:r>
              <a:rPr lang="en-GB" sz="2000" b="0" i="0" dirty="0">
                <a:effectLst/>
                <a:latin typeface="Source Sans Pro" panose="020B0503030403020204" pitchFamily="34" charset="0"/>
              </a:rPr>
              <a:t> out all the work products of each Test Management Process</a:t>
            </a:r>
          </a:p>
          <a:p>
            <a:pPr lvl="1"/>
            <a:r>
              <a:rPr lang="en-GB" sz="2000" b="1" i="0" dirty="0">
                <a:effectLst/>
                <a:latin typeface="Source Sans Pro" panose="020B0503030403020204" pitchFamily="34" charset="0"/>
              </a:rPr>
              <a:t>Define</a:t>
            </a:r>
            <a:r>
              <a:rPr lang="en-GB" sz="2000" b="0" i="0" dirty="0">
                <a:effectLst/>
                <a:latin typeface="Source Sans Pro" panose="020B0503030403020204" pitchFamily="34" charset="0"/>
              </a:rPr>
              <a:t> which facilities or equipment the SQA auditor can access to perform SQA tasks such as process evaluations and audits.</a:t>
            </a:r>
          </a:p>
          <a:p>
            <a:endParaRPr lang="en-GB" sz="2000" b="1" i="0" dirty="0">
              <a:effectLst/>
              <a:latin typeface="Source Sans Pro" panose="020B0503030403020204" pitchFamily="34" charset="0"/>
            </a:endParaRPr>
          </a:p>
          <a:p>
            <a:endParaRPr lang="en-GB" sz="1700" dirty="0"/>
          </a:p>
        </p:txBody>
      </p:sp>
      <p:pic>
        <p:nvPicPr>
          <p:cNvPr id="6" name="Picture 5">
            <a:extLst>
              <a:ext uri="{FF2B5EF4-FFF2-40B4-BE49-F238E27FC236}">
                <a16:creationId xmlns:a16="http://schemas.microsoft.com/office/drawing/2014/main" id="{B3E6A187-04A3-6CFC-A457-356E77D56ACA}"/>
              </a:ext>
            </a:extLst>
          </p:cNvPr>
          <p:cNvPicPr>
            <a:picLocks noChangeAspect="1"/>
          </p:cNvPicPr>
          <p:nvPr/>
        </p:nvPicPr>
        <p:blipFill>
          <a:blip r:embed="rId2"/>
          <a:stretch>
            <a:fillRect/>
          </a:stretch>
        </p:blipFill>
        <p:spPr>
          <a:xfrm>
            <a:off x="4335783" y="657809"/>
            <a:ext cx="7716647" cy="5570525"/>
          </a:xfrm>
          <a:prstGeom prst="rect">
            <a:avLst/>
          </a:prstGeom>
        </p:spPr>
      </p:pic>
      <p:sp>
        <p:nvSpPr>
          <p:cNvPr id="4" name="Footer Placeholder 3">
            <a:extLst>
              <a:ext uri="{FF2B5EF4-FFF2-40B4-BE49-F238E27FC236}">
                <a16:creationId xmlns:a16="http://schemas.microsoft.com/office/drawing/2014/main" id="{56C55F56-FEA0-2BFC-793C-1DD93BDAE56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Eng. Asmaa Lafi</a:t>
            </a:r>
          </a:p>
        </p:txBody>
      </p:sp>
    </p:spTree>
    <p:extLst>
      <p:ext uri="{BB962C8B-B14F-4D97-AF65-F5344CB8AC3E}">
        <p14:creationId xmlns:p14="http://schemas.microsoft.com/office/powerpoint/2010/main" val="1622341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D05E80-1E8D-EA37-8BFD-BCCC5D1B92F9}"/>
              </a:ext>
            </a:extLst>
          </p:cNvPr>
          <p:cNvSpPr>
            <a:spLocks noGrp="1"/>
          </p:cNvSpPr>
          <p:nvPr>
            <p:ph type="title"/>
          </p:nvPr>
        </p:nvSpPr>
        <p:spPr>
          <a:xfrm>
            <a:off x="630936" y="639520"/>
            <a:ext cx="3429000" cy="1719072"/>
          </a:xfrm>
        </p:spPr>
        <p:txBody>
          <a:bodyPr anchor="b">
            <a:normAutofit/>
          </a:bodyPr>
          <a:lstStyle/>
          <a:p>
            <a:r>
              <a:rPr lang="en-GB" sz="5000" b="1" dirty="0"/>
              <a:t>Develop SQA Plan (cont’d)</a:t>
            </a:r>
            <a:endParaRPr lang="en-GB" sz="5000" dirty="0"/>
          </a:p>
        </p:txBody>
      </p:sp>
      <p:sp>
        <p:nvSpPr>
          <p:cNvPr id="2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3A8A14-5D70-B5BD-8749-6EB1228C458C}"/>
              </a:ext>
            </a:extLst>
          </p:cNvPr>
          <p:cNvSpPr>
            <a:spLocks noGrp="1"/>
          </p:cNvSpPr>
          <p:nvPr>
            <p:ph idx="1"/>
          </p:nvPr>
        </p:nvSpPr>
        <p:spPr>
          <a:xfrm>
            <a:off x="630936" y="2807208"/>
            <a:ext cx="3683162" cy="3895978"/>
          </a:xfrm>
        </p:spPr>
        <p:txBody>
          <a:bodyPr anchor="t">
            <a:normAutofit/>
          </a:bodyPr>
          <a:lstStyle/>
          <a:p>
            <a:r>
              <a:rPr lang="en-GB" sz="2000" b="1" i="0" dirty="0">
                <a:effectLst/>
                <a:latin typeface="Source Sans Pro" panose="020B0503030403020204" pitchFamily="34" charset="0"/>
              </a:rPr>
              <a:t>Create the schedule to perform the SQA tasks</a:t>
            </a:r>
          </a:p>
          <a:p>
            <a:r>
              <a:rPr lang="en-GB" sz="2000" dirty="0">
                <a:latin typeface="Source Sans Pro" panose="020B0503030403020204" pitchFamily="34" charset="0"/>
              </a:rPr>
              <a:t>The </a:t>
            </a:r>
            <a:r>
              <a:rPr lang="en-GB" sz="2000" b="0" i="0" dirty="0">
                <a:effectLst/>
                <a:latin typeface="Source Sans Pro" panose="020B0503030403020204" pitchFamily="34" charset="0"/>
              </a:rPr>
              <a:t>Test Manager should describe the </a:t>
            </a:r>
            <a:r>
              <a:rPr lang="en-GB" sz="2000" b="1" i="0" dirty="0">
                <a:effectLst/>
                <a:latin typeface="Source Sans Pro" panose="020B0503030403020204" pitchFamily="34" charset="0"/>
              </a:rPr>
              <a:t>tasks</a:t>
            </a:r>
            <a:r>
              <a:rPr lang="en-GB" sz="2000" b="0" i="0" dirty="0">
                <a:effectLst/>
                <a:latin typeface="Source Sans Pro" panose="020B0503030403020204" pitchFamily="34" charset="0"/>
              </a:rPr>
              <a:t> to be performed by SQA auditor with special emphasis on SQA activities .</a:t>
            </a:r>
          </a:p>
          <a:p>
            <a:endParaRPr lang="en-GB" sz="2000" b="0" i="0" dirty="0">
              <a:effectLst/>
              <a:latin typeface="Source Sans Pro" panose="020B0503030403020204" pitchFamily="34" charset="0"/>
            </a:endParaRPr>
          </a:p>
          <a:p>
            <a:r>
              <a:rPr lang="en-GB" sz="2000" b="0" i="0" dirty="0">
                <a:effectLst/>
                <a:latin typeface="Source Sans Pro" panose="020B0503030403020204" pitchFamily="34" charset="0"/>
              </a:rPr>
              <a:t>Test Manager also creates the </a:t>
            </a:r>
            <a:r>
              <a:rPr lang="en-GB" sz="2000" b="1" i="0" dirty="0">
                <a:effectLst/>
                <a:latin typeface="Source Sans Pro" panose="020B0503030403020204" pitchFamily="34" charset="0"/>
              </a:rPr>
              <a:t>scheduling</a:t>
            </a:r>
            <a:r>
              <a:rPr lang="en-GB" sz="2000" b="0" i="0" dirty="0">
                <a:effectLst/>
                <a:latin typeface="Source Sans Pro" panose="020B0503030403020204" pitchFamily="34" charset="0"/>
              </a:rPr>
              <a:t> of those SQA tasks.</a:t>
            </a:r>
          </a:p>
          <a:p>
            <a:endParaRPr lang="en-GB" sz="1900" b="1" i="0" dirty="0">
              <a:effectLst/>
              <a:latin typeface="Source Sans Pro" panose="020B0503030403020204" pitchFamily="34" charset="0"/>
            </a:endParaRPr>
          </a:p>
          <a:p>
            <a:endParaRPr lang="en-GB" sz="1900" dirty="0"/>
          </a:p>
        </p:txBody>
      </p:sp>
      <p:pic>
        <p:nvPicPr>
          <p:cNvPr id="6" name="Picture 5">
            <a:extLst>
              <a:ext uri="{FF2B5EF4-FFF2-40B4-BE49-F238E27FC236}">
                <a16:creationId xmlns:a16="http://schemas.microsoft.com/office/drawing/2014/main" id="{BE0216B9-DBB3-4E3A-8B1F-A45A41B14752}"/>
              </a:ext>
            </a:extLst>
          </p:cNvPr>
          <p:cNvPicPr>
            <a:picLocks noChangeAspect="1"/>
          </p:cNvPicPr>
          <p:nvPr/>
        </p:nvPicPr>
        <p:blipFill>
          <a:blip r:embed="rId2"/>
          <a:stretch>
            <a:fillRect/>
          </a:stretch>
        </p:blipFill>
        <p:spPr>
          <a:xfrm>
            <a:off x="4438437" y="891590"/>
            <a:ext cx="7629224" cy="5108517"/>
          </a:xfrm>
          <a:prstGeom prst="rect">
            <a:avLst/>
          </a:prstGeom>
        </p:spPr>
      </p:pic>
      <p:sp>
        <p:nvSpPr>
          <p:cNvPr id="4" name="Footer Placeholder 3">
            <a:extLst>
              <a:ext uri="{FF2B5EF4-FFF2-40B4-BE49-F238E27FC236}">
                <a16:creationId xmlns:a16="http://schemas.microsoft.com/office/drawing/2014/main" id="{73E67ABB-0B33-C29A-07F7-129FB13A05E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Eng. Asmaa Lafi</a:t>
            </a:r>
          </a:p>
        </p:txBody>
      </p:sp>
    </p:spTree>
    <p:extLst>
      <p:ext uri="{BB962C8B-B14F-4D97-AF65-F5344CB8AC3E}">
        <p14:creationId xmlns:p14="http://schemas.microsoft.com/office/powerpoint/2010/main" val="3166247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807DD1F-78AE-F9A8-6E44-693251E0EA2D}"/>
              </a:ext>
            </a:extLst>
          </p:cNvPr>
          <p:cNvSpPr>
            <a:spLocks noGrp="1"/>
          </p:cNvSpPr>
          <p:nvPr>
            <p:ph type="title"/>
          </p:nvPr>
        </p:nvSpPr>
        <p:spPr>
          <a:xfrm>
            <a:off x="838200" y="681037"/>
            <a:ext cx="10894888" cy="549293"/>
          </a:xfrm>
        </p:spPr>
        <p:txBody>
          <a:bodyPr>
            <a:noAutofit/>
          </a:bodyPr>
          <a:lstStyle/>
          <a:p>
            <a:r>
              <a:rPr lang="en-GB" sz="4000" b="1" dirty="0"/>
              <a:t>SQA preparation : Define the standards/methodology</a:t>
            </a:r>
            <a:br>
              <a:rPr lang="en-GB" sz="4000" b="1" i="0" dirty="0">
                <a:solidFill>
                  <a:srgbClr val="222222"/>
                </a:solidFill>
                <a:effectLst/>
                <a:latin typeface="Source Sans Pro" panose="020B0503030403020204" pitchFamily="34" charset="0"/>
              </a:rPr>
            </a:br>
            <a:endParaRPr lang="en-GB" sz="4000" b="1" dirty="0"/>
          </a:p>
        </p:txBody>
      </p:sp>
      <p:sp>
        <p:nvSpPr>
          <p:cNvPr id="9" name="Content Placeholder 8">
            <a:extLst>
              <a:ext uri="{FF2B5EF4-FFF2-40B4-BE49-F238E27FC236}">
                <a16:creationId xmlns:a16="http://schemas.microsoft.com/office/drawing/2014/main" id="{24D60DCD-7615-1784-4E9E-F97D9880C557}"/>
              </a:ext>
            </a:extLst>
          </p:cNvPr>
          <p:cNvSpPr>
            <a:spLocks noGrp="1"/>
          </p:cNvSpPr>
          <p:nvPr>
            <p:ph idx="1"/>
          </p:nvPr>
        </p:nvSpPr>
        <p:spPr>
          <a:xfrm>
            <a:off x="838200" y="1376737"/>
            <a:ext cx="10515600" cy="4800226"/>
          </a:xfrm>
        </p:spPr>
        <p:txBody>
          <a:bodyPr/>
          <a:lstStyle/>
          <a:p>
            <a:pPr algn="l"/>
            <a:endParaRPr lang="en-GB" b="0" i="0" dirty="0">
              <a:solidFill>
                <a:srgbClr val="222222"/>
              </a:solidFill>
              <a:effectLst/>
              <a:latin typeface="Source Sans Pro" panose="020B0503030403020204" pitchFamily="34" charset="0"/>
            </a:endParaRPr>
          </a:p>
          <a:p>
            <a:pPr algn="l"/>
            <a:r>
              <a:rPr lang="en-GB" b="0" i="0" dirty="0">
                <a:solidFill>
                  <a:srgbClr val="222222"/>
                </a:solidFill>
                <a:effectLst/>
                <a:latin typeface="Source Sans Pro" panose="020B0503030403020204" pitchFamily="34" charset="0"/>
              </a:rPr>
              <a:t>To review the Management activities against the standards process, you should do the following steps</a:t>
            </a:r>
          </a:p>
          <a:p>
            <a:pPr lvl="1">
              <a:buFont typeface="+mj-lt"/>
              <a:buAutoNum type="arabicPeriod"/>
            </a:pPr>
            <a:r>
              <a:rPr lang="en-GB" b="0" i="0" dirty="0">
                <a:solidFill>
                  <a:srgbClr val="222222"/>
                </a:solidFill>
                <a:effectLst/>
                <a:latin typeface="Source Sans Pro" panose="020B0503030403020204" pitchFamily="34" charset="0"/>
              </a:rPr>
              <a:t>Define the policies and procedures intended to prevent defects from occurring in the management process</a:t>
            </a:r>
          </a:p>
          <a:p>
            <a:pPr lvl="1">
              <a:buFont typeface="+mj-lt"/>
              <a:buAutoNum type="arabicPeriod"/>
            </a:pPr>
            <a:endParaRPr lang="en-GB" b="0" i="0" dirty="0">
              <a:solidFill>
                <a:srgbClr val="222222"/>
              </a:solidFill>
              <a:effectLst/>
              <a:latin typeface="Source Sans Pro" panose="020B0503030403020204" pitchFamily="34" charset="0"/>
            </a:endParaRPr>
          </a:p>
          <a:p>
            <a:pPr lvl="1">
              <a:buFont typeface="+mj-lt"/>
              <a:buAutoNum type="arabicPeriod"/>
            </a:pPr>
            <a:r>
              <a:rPr lang="en-GB" b="0" i="0" dirty="0">
                <a:solidFill>
                  <a:srgbClr val="222222"/>
                </a:solidFill>
                <a:effectLst/>
                <a:latin typeface="Source Sans Pro" panose="020B0503030403020204" pitchFamily="34" charset="0"/>
              </a:rPr>
              <a:t>Document the policies &amp; procedures</a:t>
            </a:r>
          </a:p>
          <a:p>
            <a:pPr lvl="1">
              <a:buFont typeface="+mj-lt"/>
              <a:buAutoNum type="arabicPeriod"/>
            </a:pPr>
            <a:endParaRPr lang="en-GB" b="0" i="0" dirty="0">
              <a:solidFill>
                <a:srgbClr val="222222"/>
              </a:solidFill>
              <a:effectLst/>
              <a:latin typeface="Source Sans Pro" panose="020B0503030403020204" pitchFamily="34" charset="0"/>
            </a:endParaRPr>
          </a:p>
          <a:p>
            <a:pPr lvl="1">
              <a:buFont typeface="+mj-lt"/>
              <a:buAutoNum type="arabicPeriod"/>
            </a:pPr>
            <a:r>
              <a:rPr lang="en-GB" b="0" i="0" dirty="0">
                <a:solidFill>
                  <a:srgbClr val="222222"/>
                </a:solidFill>
                <a:effectLst/>
                <a:latin typeface="Source Sans Pro" panose="020B0503030403020204" pitchFamily="34" charset="0"/>
              </a:rPr>
              <a:t>Inform and train the staff to use it</a:t>
            </a:r>
          </a:p>
          <a:p>
            <a:endParaRPr lang="en-GB" dirty="0"/>
          </a:p>
        </p:txBody>
      </p:sp>
      <p:sp>
        <p:nvSpPr>
          <p:cNvPr id="4" name="Footer Placeholder 3">
            <a:extLst>
              <a:ext uri="{FF2B5EF4-FFF2-40B4-BE49-F238E27FC236}">
                <a16:creationId xmlns:a16="http://schemas.microsoft.com/office/drawing/2014/main" id="{4218F129-F814-0740-BFBF-C6D3B6077ECC}"/>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Eng. Asmaa Lafi</a:t>
            </a:r>
          </a:p>
        </p:txBody>
      </p:sp>
    </p:spTree>
    <p:extLst>
      <p:ext uri="{BB962C8B-B14F-4D97-AF65-F5344CB8AC3E}">
        <p14:creationId xmlns:p14="http://schemas.microsoft.com/office/powerpoint/2010/main" val="1364273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A66F8D-8641-AD71-9670-2057C06EB34E}"/>
              </a:ext>
            </a:extLst>
          </p:cNvPr>
          <p:cNvSpPr>
            <a:spLocks noGrp="1"/>
          </p:cNvSpPr>
          <p:nvPr>
            <p:ph type="title"/>
          </p:nvPr>
        </p:nvSpPr>
        <p:spPr>
          <a:xfrm>
            <a:off x="589560" y="856180"/>
            <a:ext cx="4560584" cy="1128068"/>
          </a:xfrm>
        </p:spPr>
        <p:txBody>
          <a:bodyPr anchor="ctr">
            <a:normAutofit fontScale="90000"/>
          </a:bodyPr>
          <a:lstStyle/>
          <a:p>
            <a:r>
              <a:rPr lang="en-GB" b="1" i="0" dirty="0">
                <a:effectLst/>
                <a:latin typeface="Source Sans Pro" panose="020B0503030403020204" pitchFamily="34" charset="0"/>
              </a:rPr>
              <a:t>Review the </a:t>
            </a:r>
            <a:r>
              <a:rPr lang="en-GB" b="1" dirty="0">
                <a:latin typeface="Source Sans Pro" panose="020B0503030403020204" pitchFamily="34" charset="0"/>
              </a:rPr>
              <a:t>process</a:t>
            </a:r>
            <a:br>
              <a:rPr lang="en-GB" b="1" dirty="0">
                <a:latin typeface="Source Sans Pro" panose="020B0503030403020204" pitchFamily="34" charset="0"/>
              </a:rPr>
            </a:br>
            <a:endParaRPr lang="en-GB" b="1" dirty="0">
              <a:latin typeface="Source Sans Pro" panose="020B0503030403020204" pitchFamily="34" charset="0"/>
            </a:endParaRPr>
          </a:p>
        </p:txBody>
      </p:sp>
      <p:grpSp>
        <p:nvGrpSpPr>
          <p:cNvPr id="3081" name="Group 308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82" name="Rectangle 308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5" name="Rectangle 308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DA89D29-C069-86A9-0E29-2FFE9A9F3CD8}"/>
              </a:ext>
            </a:extLst>
          </p:cNvPr>
          <p:cNvSpPr>
            <a:spLocks noGrp="1"/>
          </p:cNvSpPr>
          <p:nvPr>
            <p:ph idx="1"/>
          </p:nvPr>
        </p:nvSpPr>
        <p:spPr>
          <a:xfrm>
            <a:off x="590719" y="2330505"/>
            <a:ext cx="4559425" cy="3979585"/>
          </a:xfrm>
        </p:spPr>
        <p:txBody>
          <a:bodyPr anchor="ctr">
            <a:normAutofit fontScale="85000" lnSpcReduction="20000"/>
          </a:bodyPr>
          <a:lstStyle/>
          <a:p>
            <a:r>
              <a:rPr lang="en-GB" b="0" i="0" dirty="0">
                <a:effectLst/>
              </a:rPr>
              <a:t>Review project activities to verify compliance with the defined management process. In the management review, the SQA members have to perform 5 SQA reviews.</a:t>
            </a:r>
          </a:p>
          <a:p>
            <a:endParaRPr lang="en-GB" b="0" i="0" dirty="0">
              <a:effectLst/>
            </a:endParaRPr>
          </a:p>
          <a:p>
            <a:r>
              <a:rPr lang="en-GB" b="0" i="0" dirty="0">
                <a:solidFill>
                  <a:srgbClr val="222222"/>
                </a:solidFill>
                <a:effectLst/>
              </a:rPr>
              <a:t>In each SQA phase, the </a:t>
            </a:r>
            <a:r>
              <a:rPr lang="en-GB" b="1" i="0" dirty="0">
                <a:solidFill>
                  <a:srgbClr val="222222"/>
                </a:solidFill>
                <a:effectLst/>
              </a:rPr>
              <a:t>SQA members</a:t>
            </a:r>
            <a:r>
              <a:rPr lang="en-GB" b="0" i="0" dirty="0">
                <a:solidFill>
                  <a:srgbClr val="222222"/>
                </a:solidFill>
                <a:effectLst/>
              </a:rPr>
              <a:t> provide </a:t>
            </a:r>
            <a:r>
              <a:rPr lang="en-GB" b="1" i="0" dirty="0">
                <a:solidFill>
                  <a:srgbClr val="222222"/>
                </a:solidFill>
                <a:effectLst/>
              </a:rPr>
              <a:t>consultation</a:t>
            </a:r>
            <a:r>
              <a:rPr lang="en-GB" b="0" i="0" dirty="0">
                <a:solidFill>
                  <a:srgbClr val="222222"/>
                </a:solidFill>
                <a:effectLst/>
              </a:rPr>
              <a:t> and </a:t>
            </a:r>
            <a:r>
              <a:rPr lang="en-GB" b="1" i="0" dirty="0">
                <a:solidFill>
                  <a:srgbClr val="222222"/>
                </a:solidFill>
                <a:effectLst/>
              </a:rPr>
              <a:t>review</a:t>
            </a:r>
            <a:r>
              <a:rPr lang="en-GB" b="0" i="0" dirty="0">
                <a:solidFill>
                  <a:srgbClr val="222222"/>
                </a:solidFill>
                <a:effectLst/>
              </a:rPr>
              <a:t> of the project plans, work product, and procedures regarding compliance to defined organizational policy and standard procedures.</a:t>
            </a:r>
            <a:endParaRPr lang="en-GB" b="0" i="0" dirty="0">
              <a:effectLst/>
            </a:endParaRPr>
          </a:p>
          <a:p>
            <a:endParaRPr lang="en-GB" sz="2000" dirty="0"/>
          </a:p>
        </p:txBody>
      </p:sp>
      <p:sp>
        <p:nvSpPr>
          <p:cNvPr id="3087" name="Rectangle 308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A5A70306-2FB3-BBB0-A3A7-857CC00D7D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9553" b="-2"/>
          <a:stretch/>
        </p:blipFill>
        <p:spPr bwMode="auto">
          <a:xfrm>
            <a:off x="5739705" y="612759"/>
            <a:ext cx="5663494" cy="549009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54EA9122-F6D9-3C55-7314-360963F0719B}"/>
              </a:ext>
            </a:extLst>
          </p:cNvPr>
          <p:cNvSpPr>
            <a:spLocks noGrp="1"/>
          </p:cNvSpPr>
          <p:nvPr>
            <p:ph type="ftr" sz="quarter" idx="11"/>
          </p:nvPr>
        </p:nvSpPr>
        <p:spPr>
          <a:xfrm>
            <a:off x="5685810" y="6492240"/>
            <a:ext cx="3050866" cy="365125"/>
          </a:xfrm>
        </p:spPr>
        <p:txBody>
          <a:bodyPr>
            <a:normAutofit/>
          </a:bodyPr>
          <a:lstStyle/>
          <a:p>
            <a:pPr algn="l">
              <a:spcAft>
                <a:spcPts val="600"/>
              </a:spcAft>
            </a:pPr>
            <a:r>
              <a:rPr lang="en-US"/>
              <a:t>Eng. Asmaa Lafi</a:t>
            </a:r>
          </a:p>
        </p:txBody>
      </p:sp>
    </p:spTree>
    <p:extLst>
      <p:ext uri="{BB962C8B-B14F-4D97-AF65-F5344CB8AC3E}">
        <p14:creationId xmlns:p14="http://schemas.microsoft.com/office/powerpoint/2010/main" val="844913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5F24E-6079-1994-773F-FA7D19BBF799}"/>
              </a:ext>
            </a:extLst>
          </p:cNvPr>
          <p:cNvSpPr>
            <a:spLocks noGrp="1"/>
          </p:cNvSpPr>
          <p:nvPr>
            <p:ph type="title"/>
          </p:nvPr>
        </p:nvSpPr>
        <p:spPr>
          <a:xfrm>
            <a:off x="838200" y="365126"/>
            <a:ext cx="10515600" cy="847226"/>
          </a:xfrm>
        </p:spPr>
        <p:txBody>
          <a:bodyPr/>
          <a:lstStyle/>
          <a:p>
            <a:r>
              <a:rPr lang="en-GB" b="1" i="0" u="none" strike="noStrike" dirty="0">
                <a:effectLst/>
                <a:latin typeface="Source Sans Pro" panose="020B0503030403020204" pitchFamily="34" charset="0"/>
              </a:rPr>
              <a:t>SQA review checklist</a:t>
            </a:r>
            <a:endParaRPr lang="en-GB" b="1" dirty="0"/>
          </a:p>
        </p:txBody>
      </p:sp>
      <p:graphicFrame>
        <p:nvGraphicFramePr>
          <p:cNvPr id="5" name="Content Placeholder 4">
            <a:extLst>
              <a:ext uri="{FF2B5EF4-FFF2-40B4-BE49-F238E27FC236}">
                <a16:creationId xmlns:a16="http://schemas.microsoft.com/office/drawing/2014/main" id="{8E3F5EDF-5947-8F63-E6E6-28066604D757}"/>
              </a:ext>
            </a:extLst>
          </p:cNvPr>
          <p:cNvGraphicFramePr>
            <a:graphicFrameLocks noGrp="1"/>
          </p:cNvGraphicFramePr>
          <p:nvPr>
            <p:ph idx="1"/>
            <p:extLst>
              <p:ext uri="{D42A27DB-BD31-4B8C-83A1-F6EECF244321}">
                <p14:modId xmlns:p14="http://schemas.microsoft.com/office/powerpoint/2010/main" val="1145056469"/>
              </p:ext>
            </p:extLst>
          </p:nvPr>
        </p:nvGraphicFramePr>
        <p:xfrm>
          <a:off x="708917" y="1335086"/>
          <a:ext cx="10993347" cy="5106698"/>
        </p:xfrm>
        <a:graphic>
          <a:graphicData uri="http://schemas.openxmlformats.org/drawingml/2006/table">
            <a:tbl>
              <a:tblPr>
                <a:tableStyleId>{5C22544A-7EE6-4342-B048-85BDC9FD1C3A}</a:tableStyleId>
              </a:tblPr>
              <a:tblGrid>
                <a:gridCol w="8516916">
                  <a:extLst>
                    <a:ext uri="{9D8B030D-6E8A-4147-A177-3AD203B41FA5}">
                      <a16:colId xmlns:a16="http://schemas.microsoft.com/office/drawing/2014/main" val="634993406"/>
                    </a:ext>
                  </a:extLst>
                </a:gridCol>
                <a:gridCol w="870097">
                  <a:extLst>
                    <a:ext uri="{9D8B030D-6E8A-4147-A177-3AD203B41FA5}">
                      <a16:colId xmlns:a16="http://schemas.microsoft.com/office/drawing/2014/main" val="1714431443"/>
                    </a:ext>
                  </a:extLst>
                </a:gridCol>
                <a:gridCol w="803167">
                  <a:extLst>
                    <a:ext uri="{9D8B030D-6E8A-4147-A177-3AD203B41FA5}">
                      <a16:colId xmlns:a16="http://schemas.microsoft.com/office/drawing/2014/main" val="283691149"/>
                    </a:ext>
                  </a:extLst>
                </a:gridCol>
                <a:gridCol w="803167">
                  <a:extLst>
                    <a:ext uri="{9D8B030D-6E8A-4147-A177-3AD203B41FA5}">
                      <a16:colId xmlns:a16="http://schemas.microsoft.com/office/drawing/2014/main" val="1042237035"/>
                    </a:ext>
                  </a:extLst>
                </a:gridCol>
              </a:tblGrid>
              <a:tr h="364199">
                <a:tc>
                  <a:txBody>
                    <a:bodyPr/>
                    <a:lstStyle/>
                    <a:p>
                      <a:pPr algn="ctr" fontAlgn="ctr"/>
                      <a:r>
                        <a:rPr lang="en-GB" sz="1000" u="none" strike="noStrike">
                          <a:effectLst/>
                        </a:rPr>
                        <a:t>SOFTWARE QUALITY ASSURANCE ACTIVITIES</a:t>
                      </a:r>
                      <a:endParaRPr lang="en-GB" sz="10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n-GB" sz="1000" u="none" strike="noStrike">
                          <a:effectLst/>
                        </a:rPr>
                        <a:t>Yes</a:t>
                      </a:r>
                      <a:endParaRPr lang="en-GB" sz="10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n-GB" sz="1000" u="none" strike="noStrike">
                          <a:effectLst/>
                        </a:rPr>
                        <a:t>No</a:t>
                      </a:r>
                      <a:endParaRPr lang="en-GB" sz="10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n-GB" sz="1000" u="none" strike="noStrike">
                          <a:effectLst/>
                        </a:rPr>
                        <a:t>N/A</a:t>
                      </a:r>
                      <a:endParaRPr lang="en-GB" sz="1000" b="1"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67520015"/>
                  </a:ext>
                </a:extLst>
              </a:tr>
              <a:tr h="172841">
                <a:tc>
                  <a:txBody>
                    <a:bodyPr/>
                    <a:lstStyle/>
                    <a:p>
                      <a:pPr algn="l" fontAlgn="b"/>
                      <a:r>
                        <a:rPr lang="en-GB" sz="1000" u="none" strike="noStrike">
                          <a:effectLst/>
                        </a:rPr>
                        <a:t>I. Risk Management</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67846992"/>
                  </a:ext>
                </a:extLst>
              </a:tr>
              <a:tr h="172841">
                <a:tc>
                  <a:txBody>
                    <a:bodyPr/>
                    <a:lstStyle/>
                    <a:p>
                      <a:pPr algn="l" fontAlgn="b"/>
                      <a:r>
                        <a:rPr lang="en-GB" sz="1000" u="none" strike="noStrike">
                          <a:effectLst/>
                        </a:rPr>
                        <a:t>Risk are recorded and prioritized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87997547"/>
                  </a:ext>
                </a:extLst>
              </a:tr>
              <a:tr h="172841">
                <a:tc>
                  <a:txBody>
                    <a:bodyPr/>
                    <a:lstStyle/>
                    <a:p>
                      <a:pPr algn="l" fontAlgn="ctr"/>
                      <a:r>
                        <a:rPr lang="en-GB" sz="1000" u="none" strike="noStrike">
                          <a:effectLst/>
                        </a:rPr>
                        <a:t>The countermeasure to avoid risk must be defined</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74262036"/>
                  </a:ext>
                </a:extLst>
              </a:tr>
              <a:tr h="172841">
                <a:tc>
                  <a:txBody>
                    <a:bodyPr/>
                    <a:lstStyle/>
                    <a:p>
                      <a:pPr algn="l" fontAlgn="b"/>
                      <a:r>
                        <a:rPr lang="en-GB" sz="1000" u="none" strike="noStrike">
                          <a:effectLst/>
                        </a:rPr>
                        <a:t>II. Test Estimation</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73732140"/>
                  </a:ext>
                </a:extLst>
              </a:tr>
              <a:tr h="168020">
                <a:tc>
                  <a:txBody>
                    <a:bodyPr/>
                    <a:lstStyle/>
                    <a:p>
                      <a:pPr algn="l" fontAlgn="b"/>
                      <a:r>
                        <a:rPr lang="en-GB" sz="1000" u="none" strike="noStrike">
                          <a:effectLst/>
                        </a:rPr>
                        <a:t>Project tasks are break out into work product for estimation</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44888161"/>
                  </a:ext>
                </a:extLst>
              </a:tr>
              <a:tr h="168020">
                <a:tc>
                  <a:txBody>
                    <a:bodyPr/>
                    <a:lstStyle/>
                    <a:p>
                      <a:pPr algn="l" fontAlgn="b"/>
                      <a:r>
                        <a:rPr lang="en-GB" sz="1000" u="none" strike="noStrike">
                          <a:effectLst/>
                        </a:rPr>
                        <a:t>The estimation must be approved by Manager</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92316863"/>
                  </a:ext>
                </a:extLst>
              </a:tr>
              <a:tr h="172841">
                <a:tc>
                  <a:txBody>
                    <a:bodyPr/>
                    <a:lstStyle/>
                    <a:p>
                      <a:pPr algn="l" fontAlgn="b"/>
                      <a:r>
                        <a:rPr lang="en-GB" sz="1000" u="none" strike="noStrike">
                          <a:effectLst/>
                        </a:rPr>
                        <a:t>III. Test Planning</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52429045"/>
                  </a:ext>
                </a:extLst>
              </a:tr>
              <a:tr h="172841">
                <a:tc>
                  <a:txBody>
                    <a:bodyPr/>
                    <a:lstStyle/>
                    <a:p>
                      <a:pPr algn="l" fontAlgn="b"/>
                      <a:r>
                        <a:rPr lang="en-GB" sz="1000" u="none" strike="noStrike">
                          <a:effectLst/>
                        </a:rPr>
                        <a:t>Test test scope and Test objective are defined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23410848"/>
                  </a:ext>
                </a:extLst>
              </a:tr>
              <a:tr h="172841">
                <a:tc>
                  <a:txBody>
                    <a:bodyPr/>
                    <a:lstStyle/>
                    <a:p>
                      <a:pPr algn="l" fontAlgn="b"/>
                      <a:r>
                        <a:rPr lang="en-GB" sz="1000" u="none" strike="noStrike">
                          <a:effectLst/>
                        </a:rPr>
                        <a:t>Test Planning are documented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38301022"/>
                  </a:ext>
                </a:extLst>
              </a:tr>
              <a:tr h="258276">
                <a:tc>
                  <a:txBody>
                    <a:bodyPr/>
                    <a:lstStyle/>
                    <a:p>
                      <a:pPr algn="l" fontAlgn="b"/>
                      <a:r>
                        <a:rPr lang="en-GB" sz="1000" u="none" strike="noStrike">
                          <a:effectLst/>
                        </a:rPr>
                        <a:t>IV. Test Organization</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96301859"/>
                  </a:ext>
                </a:extLst>
              </a:tr>
              <a:tr h="172841">
                <a:tc>
                  <a:txBody>
                    <a:bodyPr/>
                    <a:lstStyle/>
                    <a:p>
                      <a:pPr algn="l" fontAlgn="b"/>
                      <a:r>
                        <a:rPr lang="en-GB" sz="1000" u="none" strike="noStrike">
                          <a:effectLst/>
                        </a:rPr>
                        <a:t>Resource for Testing are defined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25584931"/>
                  </a:ext>
                </a:extLst>
              </a:tr>
              <a:tr h="172841">
                <a:tc>
                  <a:txBody>
                    <a:bodyPr/>
                    <a:lstStyle/>
                    <a:p>
                      <a:pPr algn="l" fontAlgn="b"/>
                      <a:r>
                        <a:rPr lang="en-GB" sz="1000" u="none" strike="noStrike">
                          <a:effectLst/>
                        </a:rPr>
                        <a:t>Project members and their roles in project are defined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4057059"/>
                  </a:ext>
                </a:extLst>
              </a:tr>
              <a:tr h="172841">
                <a:tc>
                  <a:txBody>
                    <a:bodyPr/>
                    <a:lstStyle/>
                    <a:p>
                      <a:pPr algn="l" fontAlgn="b"/>
                      <a:r>
                        <a:rPr lang="en-GB" sz="1000" u="none" strike="noStrike">
                          <a:effectLst/>
                        </a:rPr>
                        <a:t>V. Project Monitoring</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62203082"/>
                  </a:ext>
                </a:extLst>
              </a:tr>
              <a:tr h="172841">
                <a:tc>
                  <a:txBody>
                    <a:bodyPr/>
                    <a:lstStyle/>
                    <a:p>
                      <a:pPr algn="l" fontAlgn="b"/>
                      <a:r>
                        <a:rPr lang="en-GB" sz="1000" u="none" strike="noStrike">
                          <a:effectLst/>
                        </a:rPr>
                        <a:t>The Test Manager monitor the Project by collecting metrics from members</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08035525"/>
                  </a:ext>
                </a:extLst>
              </a:tr>
              <a:tr h="172841">
                <a:tc>
                  <a:txBody>
                    <a:bodyPr/>
                    <a:lstStyle/>
                    <a:p>
                      <a:pPr algn="l" fontAlgn="b"/>
                      <a:r>
                        <a:rPr lang="en-GB" sz="1000" u="none" strike="noStrike">
                          <a:effectLst/>
                        </a:rPr>
                        <a:t>All the metrics of project must be collected and documented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48028133"/>
                  </a:ext>
                </a:extLst>
              </a:tr>
              <a:tr h="172841">
                <a:tc>
                  <a:txBody>
                    <a:bodyPr/>
                    <a:lstStyle/>
                    <a:p>
                      <a:pPr algn="l" fontAlgn="b"/>
                      <a:r>
                        <a:rPr lang="en-GB" sz="1000" u="none" strike="noStrike">
                          <a:effectLst/>
                        </a:rPr>
                        <a:t>VI. Issues Management</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56503074"/>
                  </a:ext>
                </a:extLst>
              </a:tr>
              <a:tr h="345681">
                <a:tc>
                  <a:txBody>
                    <a:bodyPr/>
                    <a:lstStyle/>
                    <a:p>
                      <a:pPr algn="l" fontAlgn="ctr"/>
                      <a:r>
                        <a:rPr lang="en-GB" sz="1000" u="none" strike="noStrike">
                          <a:effectLst/>
                        </a:rPr>
                        <a:t>Any issues happened in the project must be reported to management board</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76089853"/>
                  </a:ext>
                </a:extLst>
              </a:tr>
              <a:tr h="172841">
                <a:tc>
                  <a:txBody>
                    <a:bodyPr/>
                    <a:lstStyle/>
                    <a:p>
                      <a:pPr algn="l" fontAlgn="ctr"/>
                      <a:r>
                        <a:rPr lang="en-GB" sz="1000" u="none" strike="noStrike">
                          <a:effectLst/>
                        </a:rPr>
                        <a:t>The countermeasure for the issues must be defined and approved </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50617177"/>
                  </a:ext>
                </a:extLst>
              </a:tr>
              <a:tr h="172841">
                <a:tc>
                  <a:txBody>
                    <a:bodyPr/>
                    <a:lstStyle/>
                    <a:p>
                      <a:pPr algn="l" fontAlgn="b"/>
                      <a:r>
                        <a:rPr lang="en-GB" sz="1000" u="none" strike="noStrike">
                          <a:effectLst/>
                        </a:rPr>
                        <a:t>VII. Test report</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69229102"/>
                  </a:ext>
                </a:extLst>
              </a:tr>
              <a:tr h="172841">
                <a:tc>
                  <a:txBody>
                    <a:bodyPr/>
                    <a:lstStyle/>
                    <a:p>
                      <a:pPr algn="l" fontAlgn="b"/>
                      <a:r>
                        <a:rPr lang="en-GB" sz="1000" u="none" strike="noStrike">
                          <a:effectLst/>
                        </a:rPr>
                        <a:t>The test report must be documented</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31137220"/>
                  </a:ext>
                </a:extLst>
              </a:tr>
              <a:tr h="172841">
                <a:tc>
                  <a:txBody>
                    <a:bodyPr/>
                    <a:lstStyle/>
                    <a:p>
                      <a:pPr algn="l" fontAlgn="b"/>
                      <a:r>
                        <a:rPr lang="en-GB" sz="1000" u="none" strike="noStrike">
                          <a:effectLst/>
                        </a:rPr>
                        <a:t>The result must be acknowledged and approved by Manager</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85430398"/>
                  </a:ext>
                </a:extLst>
              </a:tr>
              <a:tr h="172841">
                <a:tc>
                  <a:txBody>
                    <a:bodyPr/>
                    <a:lstStyle/>
                    <a:p>
                      <a:pPr algn="l" fontAlgn="b"/>
                      <a:r>
                        <a:rPr lang="en-GB" sz="1000" u="none" strike="noStrike">
                          <a:effectLst/>
                        </a:rPr>
                        <a:t>VIII. REVIEWS and AUDITS</a:t>
                      </a:r>
                      <a:endParaRPr lang="en-GB"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65831846"/>
                  </a:ext>
                </a:extLst>
              </a:tr>
              <a:tr h="172841">
                <a:tc>
                  <a:txBody>
                    <a:bodyPr/>
                    <a:lstStyle/>
                    <a:p>
                      <a:pPr algn="l" fontAlgn="ctr"/>
                      <a:r>
                        <a:rPr lang="en-GB" sz="1000" u="none" strike="noStrike">
                          <a:effectLst/>
                        </a:rPr>
                        <a:t>SQA reviews and audits are documented.</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5269554"/>
                  </a:ext>
                </a:extLst>
              </a:tr>
              <a:tr h="172841">
                <a:tc>
                  <a:txBody>
                    <a:bodyPr/>
                    <a:lstStyle/>
                    <a:p>
                      <a:pPr algn="l" fontAlgn="ctr"/>
                      <a:r>
                        <a:rPr lang="en-GB" sz="1000" u="none" strike="noStrike">
                          <a:effectLst/>
                        </a:rPr>
                        <a:t>Process SQA reviews occur.</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80797257"/>
                  </a:ext>
                </a:extLst>
              </a:tr>
              <a:tr h="172841">
                <a:tc>
                  <a:txBody>
                    <a:bodyPr/>
                    <a:lstStyle/>
                    <a:p>
                      <a:pPr algn="l" fontAlgn="ctr"/>
                      <a:r>
                        <a:rPr lang="en-GB" sz="1000" u="none" strike="noStrike">
                          <a:effectLst/>
                        </a:rPr>
                        <a:t>SQA reviews of the work product are performed.</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57524835"/>
                  </a:ext>
                </a:extLst>
              </a:tr>
              <a:tr h="172841">
                <a:tc>
                  <a:txBody>
                    <a:bodyPr/>
                    <a:lstStyle/>
                    <a:p>
                      <a:pPr algn="l" fontAlgn="ctr"/>
                      <a:r>
                        <a:rPr lang="en-GB" sz="1000" u="none" strike="noStrike">
                          <a:effectLst/>
                        </a:rPr>
                        <a:t>SQA activities are reported to the project manager.</a:t>
                      </a:r>
                      <a:endParaRPr lang="en-GB" sz="10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GB" sz="1000" u="none" strike="noStrike">
                          <a:effectLst/>
                        </a:rPr>
                        <a:t>X</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a:effectLst/>
                        </a:rPr>
                        <a:t> </a:t>
                      </a:r>
                      <a:endParaRPr lang="en-GB"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GB" sz="1000" u="none" strike="noStrike" dirty="0">
                          <a:effectLst/>
                        </a:rPr>
                        <a:t> </a:t>
                      </a:r>
                      <a:endParaRPr lang="en-GB" sz="10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19732333"/>
                  </a:ext>
                </a:extLst>
              </a:tr>
            </a:tbl>
          </a:graphicData>
        </a:graphic>
      </p:graphicFrame>
      <p:sp>
        <p:nvSpPr>
          <p:cNvPr id="4" name="Footer Placeholder 3">
            <a:extLst>
              <a:ext uri="{FF2B5EF4-FFF2-40B4-BE49-F238E27FC236}">
                <a16:creationId xmlns:a16="http://schemas.microsoft.com/office/drawing/2014/main" id="{26467B7F-A828-E2AF-6797-295F2A573B1A}"/>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48340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BE47-0415-2254-5D01-3C458F00B514}"/>
              </a:ext>
            </a:extLst>
          </p:cNvPr>
          <p:cNvSpPr>
            <a:spLocks noGrp="1"/>
          </p:cNvSpPr>
          <p:nvPr>
            <p:ph type="title"/>
          </p:nvPr>
        </p:nvSpPr>
        <p:spPr>
          <a:xfrm>
            <a:off x="838200" y="365126"/>
            <a:ext cx="11038726" cy="1134902"/>
          </a:xfrm>
        </p:spPr>
        <p:txBody>
          <a:bodyPr>
            <a:normAutofit/>
          </a:bodyPr>
          <a:lstStyle/>
          <a:p>
            <a:r>
              <a:rPr lang="en-GB" sz="4000" b="1" dirty="0">
                <a:latin typeface="Source Sans Pro" panose="020B0503030403020204" pitchFamily="34" charset="0"/>
              </a:rPr>
              <a:t>Overview of SQA Activities at each SDLC stage</a:t>
            </a:r>
          </a:p>
        </p:txBody>
      </p:sp>
      <p:sp>
        <p:nvSpPr>
          <p:cNvPr id="3" name="Content Placeholder 2">
            <a:extLst>
              <a:ext uri="{FF2B5EF4-FFF2-40B4-BE49-F238E27FC236}">
                <a16:creationId xmlns:a16="http://schemas.microsoft.com/office/drawing/2014/main" id="{0A0927A8-DD5A-11C7-4216-D67F62BBF1F5}"/>
              </a:ext>
            </a:extLst>
          </p:cNvPr>
          <p:cNvSpPr>
            <a:spLocks noGrp="1"/>
          </p:cNvSpPr>
          <p:nvPr>
            <p:ph idx="1"/>
          </p:nvPr>
        </p:nvSpPr>
        <p:spPr/>
        <p:txBody>
          <a:bodyPr>
            <a:normAutofit fontScale="92500" lnSpcReduction="20000"/>
          </a:bodyPr>
          <a:lstStyle/>
          <a:p>
            <a:r>
              <a:rPr lang="en-GB" b="0" i="0" dirty="0">
                <a:solidFill>
                  <a:srgbClr val="374151"/>
                </a:solidFill>
                <a:effectLst/>
                <a:latin typeface="Söhne"/>
              </a:rPr>
              <a:t>Software Quality Assurance (SQA) activities are crucial throughout the Software Development Life Cycle (SDLC) to ensure that the software product meets the specified requirements and quality standards.</a:t>
            </a:r>
          </a:p>
          <a:p>
            <a:pPr marL="0" indent="0">
              <a:buNone/>
            </a:pPr>
            <a:r>
              <a:rPr lang="en-GB" dirty="0"/>
              <a:t>1. </a:t>
            </a:r>
            <a:r>
              <a:rPr lang="en-GB" b="1" u="sng" dirty="0"/>
              <a:t>Requirements Gathering and Analysis:</a:t>
            </a:r>
          </a:p>
          <a:p>
            <a:pPr lvl="1"/>
            <a:r>
              <a:rPr lang="en-GB" sz="2600" dirty="0"/>
              <a:t>Review documents: Check for clarity, completeness, consistency, and feasibility.</a:t>
            </a:r>
          </a:p>
          <a:p>
            <a:pPr lvl="1"/>
            <a:endParaRPr lang="en-GB" sz="2600" dirty="0"/>
          </a:p>
          <a:p>
            <a:pPr lvl="1"/>
            <a:r>
              <a:rPr lang="en-GB" sz="2600" dirty="0"/>
              <a:t>Identify risks and areas for improvement: </a:t>
            </a:r>
            <a:r>
              <a:rPr lang="en-GB" sz="2600" dirty="0" err="1"/>
              <a:t>Analyze</a:t>
            </a:r>
            <a:r>
              <a:rPr lang="en-GB" sz="2600" dirty="0"/>
              <a:t> potential user pain points, technical challenges, and compliance requirements.</a:t>
            </a:r>
          </a:p>
          <a:p>
            <a:pPr lvl="1"/>
            <a:endParaRPr lang="en-GB" sz="2600" dirty="0"/>
          </a:p>
          <a:p>
            <a:pPr lvl="1"/>
            <a:r>
              <a:rPr lang="en-GB" sz="2600" dirty="0"/>
              <a:t>Verify alignment with user needs and business objectives: Ensure requirements accurately reflect user expectations and contribute to organizational goals.</a:t>
            </a:r>
          </a:p>
        </p:txBody>
      </p:sp>
      <p:sp>
        <p:nvSpPr>
          <p:cNvPr id="4" name="Footer Placeholder 3">
            <a:extLst>
              <a:ext uri="{FF2B5EF4-FFF2-40B4-BE49-F238E27FC236}">
                <a16:creationId xmlns:a16="http://schemas.microsoft.com/office/drawing/2014/main" id="{42D4DC75-8807-0A5D-1421-4612294DB578}"/>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416364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CB745-A868-8420-7E67-92BA97AA6264}"/>
              </a:ext>
            </a:extLst>
          </p:cNvPr>
          <p:cNvSpPr>
            <a:spLocks noGrp="1"/>
          </p:cNvSpPr>
          <p:nvPr>
            <p:ph type="title"/>
          </p:nvPr>
        </p:nvSpPr>
        <p:spPr/>
        <p:txBody>
          <a:bodyPr>
            <a:normAutofit/>
          </a:bodyPr>
          <a:lstStyle/>
          <a:p>
            <a:r>
              <a:rPr lang="en-GB" sz="4000" b="1" dirty="0">
                <a:latin typeface="Source Sans Pro" panose="020B0503030403020204" pitchFamily="34" charset="0"/>
              </a:rPr>
              <a:t>Overview of SQA Activities at each SDLC stage</a:t>
            </a:r>
            <a:endParaRPr lang="en-GB" sz="4000" dirty="0"/>
          </a:p>
        </p:txBody>
      </p:sp>
      <p:sp>
        <p:nvSpPr>
          <p:cNvPr id="3" name="Content Placeholder 2">
            <a:extLst>
              <a:ext uri="{FF2B5EF4-FFF2-40B4-BE49-F238E27FC236}">
                <a16:creationId xmlns:a16="http://schemas.microsoft.com/office/drawing/2014/main" id="{340D629B-F542-7598-0CA3-9F5C6B5E16D7}"/>
              </a:ext>
            </a:extLst>
          </p:cNvPr>
          <p:cNvSpPr>
            <a:spLocks noGrp="1"/>
          </p:cNvSpPr>
          <p:nvPr>
            <p:ph idx="1"/>
          </p:nvPr>
        </p:nvSpPr>
        <p:spPr/>
        <p:txBody>
          <a:bodyPr/>
          <a:lstStyle/>
          <a:p>
            <a:pPr marL="0" indent="0">
              <a:buNone/>
            </a:pPr>
            <a:r>
              <a:rPr lang="en-GB" u="sng" dirty="0"/>
              <a:t>2. </a:t>
            </a:r>
            <a:r>
              <a:rPr lang="en-GB" b="1" u="sng" dirty="0"/>
              <a:t>Design Review and Inspection:</a:t>
            </a:r>
          </a:p>
          <a:p>
            <a:pPr lvl="1"/>
            <a:r>
              <a:rPr lang="en-GB" sz="2600" dirty="0" err="1"/>
              <a:t>Analyze</a:t>
            </a:r>
            <a:r>
              <a:rPr lang="en-GB" sz="2600" dirty="0"/>
              <a:t> design efficiency: Assess usability, performance, maintainability, and scalability of the proposed design.</a:t>
            </a:r>
          </a:p>
          <a:p>
            <a:pPr lvl="1"/>
            <a:endParaRPr lang="en-GB" sz="2600" dirty="0"/>
          </a:p>
          <a:p>
            <a:pPr lvl="1"/>
            <a:r>
              <a:rPr lang="en-GB" sz="2600" dirty="0"/>
              <a:t>Identify design flaws: Check for inconsistencies, missing elements, or user interface complexities.</a:t>
            </a:r>
          </a:p>
          <a:p>
            <a:pPr lvl="1"/>
            <a:endParaRPr lang="en-GB" sz="2600" dirty="0"/>
          </a:p>
          <a:p>
            <a:pPr lvl="1"/>
            <a:r>
              <a:rPr lang="en-GB" sz="2600" dirty="0"/>
              <a:t>Suggest improvements: Recommend alternative design solutions or optimizations based on best practices.</a:t>
            </a:r>
          </a:p>
        </p:txBody>
      </p:sp>
      <p:sp>
        <p:nvSpPr>
          <p:cNvPr id="4" name="Footer Placeholder 3">
            <a:extLst>
              <a:ext uri="{FF2B5EF4-FFF2-40B4-BE49-F238E27FC236}">
                <a16:creationId xmlns:a16="http://schemas.microsoft.com/office/drawing/2014/main" id="{B5A51A64-F446-8D18-DA10-5B1857BE6DCD}"/>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4037026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D7604-896C-C820-1673-D46E15004D79}"/>
              </a:ext>
            </a:extLst>
          </p:cNvPr>
          <p:cNvSpPr>
            <a:spLocks noGrp="1"/>
          </p:cNvSpPr>
          <p:nvPr>
            <p:ph type="title"/>
          </p:nvPr>
        </p:nvSpPr>
        <p:spPr>
          <a:xfrm>
            <a:off x="458056" y="217948"/>
            <a:ext cx="10515600" cy="1133693"/>
          </a:xfrm>
        </p:spPr>
        <p:txBody>
          <a:bodyPr>
            <a:normAutofit/>
          </a:bodyPr>
          <a:lstStyle/>
          <a:p>
            <a:r>
              <a:rPr lang="en-GB" sz="4000" b="1" dirty="0">
                <a:latin typeface="Source Sans Pro" panose="020B0503030403020204" pitchFamily="34" charset="0"/>
              </a:rPr>
              <a:t>Overview of SQA Activities at each SDLC stage</a:t>
            </a:r>
            <a:endParaRPr lang="en-GB" sz="4000" dirty="0"/>
          </a:p>
        </p:txBody>
      </p:sp>
      <p:sp>
        <p:nvSpPr>
          <p:cNvPr id="4" name="Footer Placeholder 3">
            <a:extLst>
              <a:ext uri="{FF2B5EF4-FFF2-40B4-BE49-F238E27FC236}">
                <a16:creationId xmlns:a16="http://schemas.microsoft.com/office/drawing/2014/main" id="{0DEE87F4-3F32-8CAD-164B-F989990CD8E8}"/>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Eng. Asmaa Lafi</a:t>
            </a:r>
          </a:p>
        </p:txBody>
      </p:sp>
      <p:graphicFrame>
        <p:nvGraphicFramePr>
          <p:cNvPr id="24" name="Content Placeholder 2">
            <a:extLst>
              <a:ext uri="{FF2B5EF4-FFF2-40B4-BE49-F238E27FC236}">
                <a16:creationId xmlns:a16="http://schemas.microsoft.com/office/drawing/2014/main" id="{CF8B0866-F27D-CD08-F0CD-77B96CCEF4F8}"/>
              </a:ext>
            </a:extLst>
          </p:cNvPr>
          <p:cNvGraphicFramePr>
            <a:graphicFrameLocks noGrp="1"/>
          </p:cNvGraphicFramePr>
          <p:nvPr>
            <p:ph idx="1"/>
            <p:extLst>
              <p:ext uri="{D42A27DB-BD31-4B8C-83A1-F6EECF244321}">
                <p14:modId xmlns:p14="http://schemas.microsoft.com/office/powerpoint/2010/main" val="107814501"/>
              </p:ext>
            </p:extLst>
          </p:nvPr>
        </p:nvGraphicFramePr>
        <p:xfrm>
          <a:off x="838199" y="1222625"/>
          <a:ext cx="10699679" cy="4954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3916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D84CA5-4FE3-8B93-431F-409FBE2F98A8}"/>
              </a:ext>
            </a:extLst>
          </p:cNvPr>
          <p:cNvSpPr>
            <a:spLocks noGrp="1"/>
          </p:cNvSpPr>
          <p:nvPr>
            <p:ph type="title"/>
          </p:nvPr>
        </p:nvSpPr>
        <p:spPr>
          <a:xfrm>
            <a:off x="643465" y="1027417"/>
            <a:ext cx="2757281" cy="5085926"/>
          </a:xfrm>
        </p:spPr>
        <p:txBody>
          <a:bodyPr anchor="t">
            <a:normAutofit/>
          </a:bodyPr>
          <a:lstStyle/>
          <a:p>
            <a:pPr algn="ctr"/>
            <a:r>
              <a:rPr lang="en-GB" sz="4000" b="1" dirty="0">
                <a:latin typeface="Source Sans Pro" panose="020B0503030403020204" pitchFamily="34" charset="0"/>
              </a:rPr>
              <a:t>Overview of SQA Activities at each SDLC stage</a:t>
            </a:r>
            <a:endParaRPr lang="en-GB" sz="4000" dirty="0"/>
          </a:p>
        </p:txBody>
      </p:sp>
      <p:sp>
        <p:nvSpPr>
          <p:cNvPr id="3" name="Content Placeholder 2">
            <a:extLst>
              <a:ext uri="{FF2B5EF4-FFF2-40B4-BE49-F238E27FC236}">
                <a16:creationId xmlns:a16="http://schemas.microsoft.com/office/drawing/2014/main" id="{2A04F7B5-F882-40E7-041A-86F53B3A7BCF}"/>
              </a:ext>
            </a:extLst>
          </p:cNvPr>
          <p:cNvSpPr>
            <a:spLocks noGrp="1"/>
          </p:cNvSpPr>
          <p:nvPr>
            <p:ph idx="1"/>
          </p:nvPr>
        </p:nvSpPr>
        <p:spPr>
          <a:xfrm>
            <a:off x="3760342" y="136525"/>
            <a:ext cx="7915191" cy="6083301"/>
          </a:xfrm>
        </p:spPr>
        <p:txBody>
          <a:bodyPr anchor="ctr">
            <a:normAutofit/>
          </a:bodyPr>
          <a:lstStyle/>
          <a:p>
            <a:pPr marL="0" indent="0">
              <a:buNone/>
            </a:pPr>
            <a:r>
              <a:rPr lang="en-GB" sz="2400" b="1" u="sng" dirty="0"/>
              <a:t>5. Deployment:</a:t>
            </a:r>
          </a:p>
          <a:p>
            <a:pPr lvl="1"/>
            <a:r>
              <a:rPr lang="en-GB" sz="2000" dirty="0"/>
              <a:t>Plan and coordinate release: Define roll-out strategies, rollback procedures, and communication plans.</a:t>
            </a:r>
          </a:p>
          <a:p>
            <a:pPr lvl="1"/>
            <a:r>
              <a:rPr lang="en-GB" sz="2000" dirty="0"/>
              <a:t>Monitor performance and user feedback: Track key metrics, identify potential issues, and address user concerns promptly.</a:t>
            </a:r>
          </a:p>
          <a:p>
            <a:pPr lvl="1"/>
            <a:r>
              <a:rPr lang="en-GB" sz="2000" dirty="0"/>
              <a:t>Patch management and post-release support: Maintain and deliver fixes for any bugs or issues discovered after deployment.</a:t>
            </a:r>
          </a:p>
          <a:p>
            <a:pPr lvl="1"/>
            <a:endParaRPr lang="en-GB" sz="2000" dirty="0"/>
          </a:p>
          <a:p>
            <a:pPr marL="0" indent="0">
              <a:buNone/>
            </a:pPr>
            <a:r>
              <a:rPr lang="en-GB" sz="2400" b="1" u="sng" dirty="0"/>
              <a:t>6. Maintenance:</a:t>
            </a:r>
            <a:endParaRPr lang="en-GB" sz="1700" dirty="0"/>
          </a:p>
          <a:p>
            <a:pPr lvl="1"/>
            <a:r>
              <a:rPr lang="en-GB" sz="2000" dirty="0"/>
              <a:t>Regression testing: Ensure new changes haven't introduced regressions or unintended consequences.</a:t>
            </a:r>
          </a:p>
          <a:p>
            <a:pPr lvl="1"/>
            <a:r>
              <a:rPr lang="en-GB" sz="2000" dirty="0"/>
              <a:t>Defect tracking and resolution: Continue addressing any outstanding or newly identified issues.</a:t>
            </a:r>
          </a:p>
          <a:p>
            <a:pPr lvl="1"/>
            <a:r>
              <a:rPr lang="en-GB" sz="2000" dirty="0"/>
              <a:t>Continuous improvement: </a:t>
            </a:r>
            <a:r>
              <a:rPr lang="en-GB" sz="2000" dirty="0" err="1"/>
              <a:t>Analyze</a:t>
            </a:r>
            <a:r>
              <a:rPr lang="en-GB" sz="2000" dirty="0"/>
              <a:t> metrics, gather feedback, and implement new SQA practices and tools to optimize the process.</a:t>
            </a:r>
          </a:p>
        </p:txBody>
      </p:sp>
      <p:sp>
        <p:nvSpPr>
          <p:cNvPr id="4" name="Footer Placeholder 3">
            <a:extLst>
              <a:ext uri="{FF2B5EF4-FFF2-40B4-BE49-F238E27FC236}">
                <a16:creationId xmlns:a16="http://schemas.microsoft.com/office/drawing/2014/main" id="{17C52280-D1C9-3216-4B47-D986C99711B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Eng. Asmaa Lafi</a:t>
            </a:r>
          </a:p>
        </p:txBody>
      </p:sp>
    </p:spTree>
    <p:extLst>
      <p:ext uri="{BB962C8B-B14F-4D97-AF65-F5344CB8AC3E}">
        <p14:creationId xmlns:p14="http://schemas.microsoft.com/office/powerpoint/2010/main" val="720591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9" name="Rectangle 1024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2" name="Rectangle 2">
            <a:extLst>
              <a:ext uri="{FF2B5EF4-FFF2-40B4-BE49-F238E27FC236}">
                <a16:creationId xmlns:a16="http://schemas.microsoft.com/office/drawing/2014/main" id="{BAEDDE3F-F9E7-4547-1C9B-D041074EDBDA}"/>
              </a:ext>
            </a:extLst>
          </p:cNvPr>
          <p:cNvSpPr>
            <a:spLocks noGrp="1" noChangeArrowheads="1"/>
          </p:cNvSpPr>
          <p:nvPr>
            <p:ph type="title"/>
          </p:nvPr>
        </p:nvSpPr>
        <p:spPr>
          <a:xfrm>
            <a:off x="524741" y="620392"/>
            <a:ext cx="3808268" cy="5504688"/>
          </a:xfrm>
        </p:spPr>
        <p:txBody>
          <a:bodyPr vert="horz" lIns="92075" tIns="46038" rIns="92075" bIns="46038" rtlCol="0">
            <a:normAutofit/>
          </a:bodyPr>
          <a:lstStyle/>
          <a:p>
            <a:r>
              <a:rPr lang="en-US" altLang="en-US" sz="6000">
                <a:solidFill>
                  <a:schemeClr val="bg1"/>
                </a:solidFill>
              </a:rPr>
              <a:t>Advantages of SQA</a:t>
            </a:r>
          </a:p>
        </p:txBody>
      </p:sp>
      <p:graphicFrame>
        <p:nvGraphicFramePr>
          <p:cNvPr id="10245" name="Rectangle 3">
            <a:extLst>
              <a:ext uri="{FF2B5EF4-FFF2-40B4-BE49-F238E27FC236}">
                <a16:creationId xmlns:a16="http://schemas.microsoft.com/office/drawing/2014/main" id="{A9ED893B-F26F-D30D-6ACB-2347DBFFD4B8}"/>
              </a:ext>
            </a:extLst>
          </p:cNvPr>
          <p:cNvGraphicFramePr/>
          <p:nvPr>
            <p:extLst>
              <p:ext uri="{D42A27DB-BD31-4B8C-83A1-F6EECF244321}">
                <p14:modId xmlns:p14="http://schemas.microsoft.com/office/powerpoint/2010/main" val="376206799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73" name="Rectangle 11272">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66" name="Rectangle 2">
            <a:extLst>
              <a:ext uri="{FF2B5EF4-FFF2-40B4-BE49-F238E27FC236}">
                <a16:creationId xmlns:a16="http://schemas.microsoft.com/office/drawing/2014/main" id="{4EB019AC-FCE2-2F27-63C5-890464E28FAE}"/>
              </a:ext>
            </a:extLst>
          </p:cNvPr>
          <p:cNvSpPr>
            <a:spLocks noGrp="1" noChangeArrowheads="1"/>
          </p:cNvSpPr>
          <p:nvPr>
            <p:ph type="title"/>
          </p:nvPr>
        </p:nvSpPr>
        <p:spPr>
          <a:xfrm>
            <a:off x="524741" y="620392"/>
            <a:ext cx="3808268" cy="5504688"/>
          </a:xfrm>
        </p:spPr>
        <p:txBody>
          <a:bodyPr vert="horz" lIns="92075" tIns="46038" rIns="92075" bIns="46038" rtlCol="0">
            <a:normAutofit/>
          </a:bodyPr>
          <a:lstStyle/>
          <a:p>
            <a:r>
              <a:rPr lang="en-US" altLang="en-US" sz="4700">
                <a:solidFill>
                  <a:schemeClr val="bg1"/>
                </a:solidFill>
              </a:rPr>
              <a:t>Disadvantages of SQA</a:t>
            </a:r>
          </a:p>
        </p:txBody>
      </p:sp>
      <p:graphicFrame>
        <p:nvGraphicFramePr>
          <p:cNvPr id="11269" name="Rectangle 3">
            <a:extLst>
              <a:ext uri="{FF2B5EF4-FFF2-40B4-BE49-F238E27FC236}">
                <a16:creationId xmlns:a16="http://schemas.microsoft.com/office/drawing/2014/main" id="{23AC33BF-78E8-33E1-6073-E4673B520E68}"/>
              </a:ext>
            </a:extLst>
          </p:cNvPr>
          <p:cNvGraphicFramePr/>
          <p:nvPr>
            <p:extLst>
              <p:ext uri="{D42A27DB-BD31-4B8C-83A1-F6EECF244321}">
                <p14:modId xmlns:p14="http://schemas.microsoft.com/office/powerpoint/2010/main" val="609850208"/>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8BA0546-EDFE-C7CC-17C8-C21B284A2559}"/>
              </a:ext>
            </a:extLst>
          </p:cNvPr>
          <p:cNvSpPr>
            <a:spLocks noGrp="1" noChangeArrowheads="1"/>
          </p:cNvSpPr>
          <p:nvPr>
            <p:ph type="title"/>
          </p:nvPr>
        </p:nvSpPr>
        <p:spPr>
          <a:xfrm>
            <a:off x="1106184" y="311650"/>
            <a:ext cx="10247616" cy="1143000"/>
          </a:xfrm>
          <a:noFill/>
          <a:ln/>
        </p:spPr>
        <p:txBody>
          <a:bodyPr vert="horz" lIns="92075" tIns="46038" rIns="92075" bIns="46038" rtlCol="0" anchor="ctr">
            <a:normAutofit/>
          </a:bodyPr>
          <a:lstStyle/>
          <a:p>
            <a:r>
              <a:rPr lang="en-US" altLang="en-US" b="1" dirty="0"/>
              <a:t>Review Checklist for Systems Engineering</a:t>
            </a:r>
          </a:p>
        </p:txBody>
      </p:sp>
      <p:graphicFrame>
        <p:nvGraphicFramePr>
          <p:cNvPr id="17413" name="Rectangle 3">
            <a:extLst>
              <a:ext uri="{FF2B5EF4-FFF2-40B4-BE49-F238E27FC236}">
                <a16:creationId xmlns:a16="http://schemas.microsoft.com/office/drawing/2014/main" id="{42A73F90-9435-A493-5224-71CCD4C77947}"/>
              </a:ext>
            </a:extLst>
          </p:cNvPr>
          <p:cNvGraphicFramePr/>
          <p:nvPr>
            <p:extLst>
              <p:ext uri="{D42A27DB-BD31-4B8C-83A1-F6EECF244321}">
                <p14:modId xmlns:p14="http://schemas.microsoft.com/office/powerpoint/2010/main" val="3268277983"/>
              </p:ext>
            </p:extLst>
          </p:nvPr>
        </p:nvGraphicFramePr>
        <p:xfrm>
          <a:off x="678095" y="1454650"/>
          <a:ext cx="10983074" cy="5091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86E865A-424B-46F2-4BCC-706D8247C270}"/>
              </a:ext>
            </a:extLst>
          </p:cNvPr>
          <p:cNvSpPr>
            <a:spLocks noGrp="1" noChangeArrowheads="1"/>
          </p:cNvSpPr>
          <p:nvPr>
            <p:ph type="title"/>
          </p:nvPr>
        </p:nvSpPr>
        <p:spPr>
          <a:xfrm>
            <a:off x="838199" y="365125"/>
            <a:ext cx="10966807" cy="1325563"/>
          </a:xfrm>
          <a:noFill/>
          <a:ln/>
        </p:spPr>
        <p:txBody>
          <a:bodyPr vert="horz" lIns="92075" tIns="46038" rIns="92075" bIns="46038" rtlCol="0" anchor="ctr">
            <a:normAutofit/>
          </a:bodyPr>
          <a:lstStyle/>
          <a:p>
            <a:r>
              <a:rPr lang="en-US" altLang="en-US" b="1" dirty="0"/>
              <a:t>Review Checklist for Software Project Planning</a:t>
            </a:r>
          </a:p>
        </p:txBody>
      </p:sp>
      <p:graphicFrame>
        <p:nvGraphicFramePr>
          <p:cNvPr id="18437" name="Rectangle 3">
            <a:extLst>
              <a:ext uri="{FF2B5EF4-FFF2-40B4-BE49-F238E27FC236}">
                <a16:creationId xmlns:a16="http://schemas.microsoft.com/office/drawing/2014/main" id="{B0EDB428-13C6-5033-E37C-47F86BC009DB}"/>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C612A4C-6FDD-8C66-0300-3FCB61C05B62}"/>
              </a:ext>
            </a:extLst>
          </p:cNvPr>
          <p:cNvSpPr>
            <a:spLocks noGrp="1" noChangeArrowheads="1"/>
          </p:cNvSpPr>
          <p:nvPr>
            <p:ph type="title"/>
          </p:nvPr>
        </p:nvSpPr>
        <p:spPr>
          <a:xfrm>
            <a:off x="585627" y="118545"/>
            <a:ext cx="11435137" cy="1325563"/>
          </a:xfrm>
          <a:noFill/>
          <a:ln/>
        </p:spPr>
        <p:txBody>
          <a:bodyPr vert="horz" lIns="92075" tIns="46038" rIns="92075" bIns="46038" rtlCol="0" anchor="ctr">
            <a:normAutofit/>
          </a:bodyPr>
          <a:lstStyle/>
          <a:p>
            <a:r>
              <a:rPr lang="en-US" altLang="en-US" sz="4200" b="1" dirty="0"/>
              <a:t>Review Checklist for Software Requirements Analysis</a:t>
            </a:r>
          </a:p>
        </p:txBody>
      </p:sp>
      <p:graphicFrame>
        <p:nvGraphicFramePr>
          <p:cNvPr id="19461" name="Rectangle 3">
            <a:extLst>
              <a:ext uri="{FF2B5EF4-FFF2-40B4-BE49-F238E27FC236}">
                <a16:creationId xmlns:a16="http://schemas.microsoft.com/office/drawing/2014/main" id="{DCB266CD-404F-72ED-CD77-257A1FD0A46A}"/>
              </a:ext>
            </a:extLst>
          </p:cNvPr>
          <p:cNvGraphicFramePr/>
          <p:nvPr>
            <p:extLst>
              <p:ext uri="{D42A27DB-BD31-4B8C-83A1-F6EECF244321}">
                <p14:modId xmlns:p14="http://schemas.microsoft.com/office/powerpoint/2010/main" val="3060136085"/>
              </p:ext>
            </p:extLst>
          </p:nvPr>
        </p:nvGraphicFramePr>
        <p:xfrm>
          <a:off x="729465" y="1315092"/>
          <a:ext cx="10664575" cy="49829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9D33C83-280F-CD38-ACE5-E67FA2B63663}"/>
              </a:ext>
            </a:extLst>
          </p:cNvPr>
          <p:cNvSpPr>
            <a:spLocks noGrp="1" noChangeArrowheads="1"/>
          </p:cNvSpPr>
          <p:nvPr>
            <p:ph type="title"/>
          </p:nvPr>
        </p:nvSpPr>
        <p:spPr>
          <a:xfrm>
            <a:off x="971764" y="252109"/>
            <a:ext cx="10515600" cy="1325563"/>
          </a:xfrm>
          <a:noFill/>
          <a:ln/>
        </p:spPr>
        <p:txBody>
          <a:bodyPr vert="horz" lIns="92075" tIns="46038" rIns="92075" bIns="46038" rtlCol="0" anchor="ctr">
            <a:normAutofit/>
          </a:bodyPr>
          <a:lstStyle/>
          <a:p>
            <a:r>
              <a:rPr lang="en-US" altLang="en-US" b="1"/>
              <a:t>Review Checklist for Software Design</a:t>
            </a:r>
            <a:br>
              <a:rPr lang="en-US" altLang="en-US" b="1"/>
            </a:br>
            <a:r>
              <a:rPr lang="en-US" altLang="en-US" b="1"/>
              <a:t>(Preliminary Design Review)</a:t>
            </a:r>
            <a:endParaRPr lang="en-US" altLang="en-US" b="1" dirty="0"/>
          </a:p>
        </p:txBody>
      </p:sp>
      <p:graphicFrame>
        <p:nvGraphicFramePr>
          <p:cNvPr id="20485" name="Rectangle 3">
            <a:extLst>
              <a:ext uri="{FF2B5EF4-FFF2-40B4-BE49-F238E27FC236}">
                <a16:creationId xmlns:a16="http://schemas.microsoft.com/office/drawing/2014/main" id="{A52B00A9-0B73-8959-5D4D-35E06E8888B6}"/>
              </a:ext>
            </a:extLst>
          </p:cNvPr>
          <p:cNvGraphicFramePr/>
          <p:nvPr>
            <p:extLst>
              <p:ext uri="{D42A27DB-BD31-4B8C-83A1-F6EECF244321}">
                <p14:modId xmlns:p14="http://schemas.microsoft.com/office/powerpoint/2010/main" val="681370479"/>
              </p:ext>
            </p:extLst>
          </p:nvPr>
        </p:nvGraphicFramePr>
        <p:xfrm>
          <a:off x="895564" y="1715784"/>
          <a:ext cx="10649164" cy="4502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46ACB6B-BA07-9C55-8C73-373FECAA89F2}"/>
              </a:ext>
            </a:extLst>
          </p:cNvPr>
          <p:cNvSpPr>
            <a:spLocks noGrp="1" noChangeArrowheads="1"/>
          </p:cNvSpPr>
          <p:nvPr>
            <p:ph type="title"/>
          </p:nvPr>
        </p:nvSpPr>
        <p:spPr>
          <a:xfrm>
            <a:off x="951216" y="128820"/>
            <a:ext cx="10515600" cy="1325563"/>
          </a:xfrm>
          <a:noFill/>
          <a:ln/>
        </p:spPr>
        <p:txBody>
          <a:bodyPr vert="horz" lIns="92075" tIns="46038" rIns="92075" bIns="46038" rtlCol="0" anchor="ctr">
            <a:normAutofit/>
          </a:bodyPr>
          <a:lstStyle/>
          <a:p>
            <a:r>
              <a:rPr lang="en-US" altLang="en-US" b="1" dirty="0"/>
              <a:t>Review Checklist for Software Design</a:t>
            </a:r>
            <a:br>
              <a:rPr lang="en-US" altLang="en-US" b="1" dirty="0"/>
            </a:br>
            <a:r>
              <a:rPr lang="en-US" altLang="en-US" b="1" dirty="0"/>
              <a:t>(Design Walkthrough)</a:t>
            </a:r>
          </a:p>
        </p:txBody>
      </p:sp>
      <p:graphicFrame>
        <p:nvGraphicFramePr>
          <p:cNvPr id="21509" name="Rectangle 3">
            <a:extLst>
              <a:ext uri="{FF2B5EF4-FFF2-40B4-BE49-F238E27FC236}">
                <a16:creationId xmlns:a16="http://schemas.microsoft.com/office/drawing/2014/main" id="{B242F0B5-F00B-A0B1-4342-F01F87A4DC7A}"/>
              </a:ext>
            </a:extLst>
          </p:cNvPr>
          <p:cNvGraphicFramePr/>
          <p:nvPr>
            <p:extLst>
              <p:ext uri="{D42A27DB-BD31-4B8C-83A1-F6EECF244321}">
                <p14:modId xmlns:p14="http://schemas.microsoft.com/office/powerpoint/2010/main" val="3391909159"/>
              </p:ext>
            </p:extLst>
          </p:nvPr>
        </p:nvGraphicFramePr>
        <p:xfrm>
          <a:off x="1114746" y="1284270"/>
          <a:ext cx="10515600" cy="51987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8" name="Rectangle 2253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a:extLst>
              <a:ext uri="{FF2B5EF4-FFF2-40B4-BE49-F238E27FC236}">
                <a16:creationId xmlns:a16="http://schemas.microsoft.com/office/drawing/2014/main" id="{C53AF9B5-CC5F-61BD-E369-548EAAC3C221}"/>
              </a:ext>
            </a:extLst>
          </p:cNvPr>
          <p:cNvSpPr>
            <a:spLocks noGrp="1" noChangeArrowheads="1"/>
          </p:cNvSpPr>
          <p:nvPr>
            <p:ph type="title"/>
          </p:nvPr>
        </p:nvSpPr>
        <p:spPr>
          <a:xfrm>
            <a:off x="838200" y="556995"/>
            <a:ext cx="10515600" cy="1133693"/>
          </a:xfrm>
        </p:spPr>
        <p:txBody>
          <a:bodyPr vert="horz" lIns="92075" tIns="46038" rIns="92075" bIns="46038" rtlCol="0">
            <a:normAutofit/>
          </a:bodyPr>
          <a:lstStyle/>
          <a:p>
            <a:r>
              <a:rPr lang="en-US" altLang="en-US" sz="5200" b="1"/>
              <a:t>Review Checklist for Coding</a:t>
            </a:r>
          </a:p>
        </p:txBody>
      </p:sp>
      <p:graphicFrame>
        <p:nvGraphicFramePr>
          <p:cNvPr id="22533" name="Rectangle 3">
            <a:extLst>
              <a:ext uri="{FF2B5EF4-FFF2-40B4-BE49-F238E27FC236}">
                <a16:creationId xmlns:a16="http://schemas.microsoft.com/office/drawing/2014/main" id="{174ADF8A-9BE8-A973-E078-10374A78EE11}"/>
              </a:ext>
            </a:extLst>
          </p:cNvPr>
          <p:cNvGraphicFramePr/>
          <p:nvPr>
            <p:extLst>
              <p:ext uri="{D42A27DB-BD31-4B8C-83A1-F6EECF244321}">
                <p14:modId xmlns:p14="http://schemas.microsoft.com/office/powerpoint/2010/main" val="2313618707"/>
              </p:ext>
            </p:extLst>
          </p:nvPr>
        </p:nvGraphicFramePr>
        <p:xfrm>
          <a:off x="616449" y="1469204"/>
          <a:ext cx="10983075" cy="4831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922754B-01B6-952B-E669-42812F069875}"/>
              </a:ext>
            </a:extLst>
          </p:cNvPr>
          <p:cNvSpPr>
            <a:spLocks noGrp="1" noChangeArrowheads="1"/>
          </p:cNvSpPr>
          <p:nvPr>
            <p:ph type="title"/>
          </p:nvPr>
        </p:nvSpPr>
        <p:spPr>
          <a:xfrm>
            <a:off x="838200" y="206053"/>
            <a:ext cx="11353800" cy="949967"/>
          </a:xfrm>
          <a:noFill/>
          <a:ln/>
        </p:spPr>
        <p:txBody>
          <a:bodyPr vert="horz" lIns="92075" tIns="46038" rIns="92075" bIns="46038" rtlCol="0" anchor="ctr">
            <a:normAutofit/>
          </a:bodyPr>
          <a:lstStyle/>
          <a:p>
            <a:r>
              <a:rPr lang="en-US" altLang="en-US" b="1" dirty="0"/>
              <a:t>Review Checklist for Software Testing (Test Plan)</a:t>
            </a:r>
          </a:p>
        </p:txBody>
      </p:sp>
      <p:graphicFrame>
        <p:nvGraphicFramePr>
          <p:cNvPr id="23557" name="Rectangle 3">
            <a:extLst>
              <a:ext uri="{FF2B5EF4-FFF2-40B4-BE49-F238E27FC236}">
                <a16:creationId xmlns:a16="http://schemas.microsoft.com/office/drawing/2014/main" id="{7D3ECA66-2FE5-1184-F6D2-CCA3BC9B9C0D}"/>
              </a:ext>
            </a:extLst>
          </p:cNvPr>
          <p:cNvGraphicFramePr/>
          <p:nvPr>
            <p:extLst>
              <p:ext uri="{D42A27DB-BD31-4B8C-83A1-F6EECF244321}">
                <p14:modId xmlns:p14="http://schemas.microsoft.com/office/powerpoint/2010/main" val="202059200"/>
              </p:ext>
            </p:extLst>
          </p:nvPr>
        </p:nvGraphicFramePr>
        <p:xfrm>
          <a:off x="595901" y="1263720"/>
          <a:ext cx="10890607" cy="52706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F586694-4554-021E-3352-62AC6111DA19}"/>
              </a:ext>
            </a:extLst>
          </p:cNvPr>
          <p:cNvSpPr>
            <a:spLocks noGrp="1" noChangeArrowheads="1"/>
          </p:cNvSpPr>
          <p:nvPr>
            <p:ph type="title"/>
          </p:nvPr>
        </p:nvSpPr>
        <p:spPr>
          <a:noFill/>
          <a:ln/>
        </p:spPr>
        <p:txBody>
          <a:bodyPr vert="horz" lIns="92075" tIns="46038" rIns="92075" bIns="46038" rtlCol="0" anchor="ctr">
            <a:normAutofit/>
          </a:bodyPr>
          <a:lstStyle/>
          <a:p>
            <a:r>
              <a:rPr lang="en-US" altLang="en-US" b="1" dirty="0"/>
              <a:t>Review Checklist for Software Testing</a:t>
            </a:r>
            <a:br>
              <a:rPr lang="en-US" altLang="en-US" b="1" dirty="0"/>
            </a:br>
            <a:r>
              <a:rPr lang="en-US" altLang="en-US" b="1" dirty="0"/>
              <a:t>(Test Procedure)</a:t>
            </a:r>
          </a:p>
        </p:txBody>
      </p:sp>
      <p:graphicFrame>
        <p:nvGraphicFramePr>
          <p:cNvPr id="24581" name="Rectangle 3">
            <a:extLst>
              <a:ext uri="{FF2B5EF4-FFF2-40B4-BE49-F238E27FC236}">
                <a16:creationId xmlns:a16="http://schemas.microsoft.com/office/drawing/2014/main" id="{E6297B28-5D0F-B8C4-7156-870898C1985B}"/>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BA80324-2AF8-A8FF-AC09-925EBFDFBE91}"/>
              </a:ext>
            </a:extLst>
          </p:cNvPr>
          <p:cNvSpPr>
            <a:spLocks noGrp="1" noChangeArrowheads="1"/>
          </p:cNvSpPr>
          <p:nvPr>
            <p:ph type="title"/>
          </p:nvPr>
        </p:nvSpPr>
        <p:spPr>
          <a:noFill/>
          <a:ln/>
        </p:spPr>
        <p:txBody>
          <a:bodyPr vert="horz" lIns="92075" tIns="46038" rIns="92075" bIns="46038" rtlCol="0" anchor="ctr">
            <a:normAutofit/>
          </a:bodyPr>
          <a:lstStyle/>
          <a:p>
            <a:r>
              <a:rPr lang="en-US" altLang="en-US" b="1" dirty="0"/>
              <a:t>Review Checklist for Maintenance</a:t>
            </a:r>
          </a:p>
        </p:txBody>
      </p:sp>
      <p:graphicFrame>
        <p:nvGraphicFramePr>
          <p:cNvPr id="25605" name="Rectangle 3">
            <a:extLst>
              <a:ext uri="{FF2B5EF4-FFF2-40B4-BE49-F238E27FC236}">
                <a16:creationId xmlns:a16="http://schemas.microsoft.com/office/drawing/2014/main" id="{1AC301B5-64FD-C9B4-8D99-53D6DB66015A}"/>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F32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C2A587A8-4608-CC31-F19C-C6E8F35FC0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860754" y="643467"/>
            <a:ext cx="6470491" cy="5571066"/>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EEBA8270-6817-BADB-D04D-089CA0932090}"/>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Eng. Asmaa Lafi</a:t>
            </a:r>
          </a:p>
        </p:txBody>
      </p:sp>
    </p:spTree>
    <p:extLst>
      <p:ext uri="{BB962C8B-B14F-4D97-AF65-F5344CB8AC3E}">
        <p14:creationId xmlns:p14="http://schemas.microsoft.com/office/powerpoint/2010/main" val="3480263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881E-E5A2-4CD3-3A21-4607B3313994}"/>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B3274F16-82FB-B2B3-00F8-97EE8429A818}"/>
              </a:ext>
            </a:extLst>
          </p:cNvPr>
          <p:cNvSpPr>
            <a:spLocks noGrp="1"/>
          </p:cNvSpPr>
          <p:nvPr>
            <p:ph idx="1"/>
          </p:nvPr>
        </p:nvSpPr>
        <p:spPr/>
        <p:txBody>
          <a:bodyPr/>
          <a:lstStyle/>
          <a:p>
            <a:r>
              <a:rPr lang="en-GB" dirty="0">
                <a:hlinkClick r:id="rId2"/>
              </a:rPr>
              <a:t>https://www.guru99.com/software-quality-assurance-test-audit-review-makes-your-life-easy.html</a:t>
            </a:r>
            <a:endParaRPr lang="en-GB" dirty="0"/>
          </a:p>
          <a:p>
            <a:r>
              <a:rPr lang="en-GB" dirty="0">
                <a:hlinkClick r:id="rId3"/>
              </a:rPr>
              <a:t>https://www.geeksforgeeks.org/software-engineering-software-quality-assurance/</a:t>
            </a:r>
            <a:endParaRPr lang="en-GB" dirty="0"/>
          </a:p>
          <a:p>
            <a:r>
              <a:rPr lang="en-GB" dirty="0">
                <a:hlinkClick r:id="rId4"/>
              </a:rPr>
              <a:t>https://www.softwaretestinghelp.com/software-quality-assurance/</a:t>
            </a:r>
            <a:endParaRPr lang="en-GB" dirty="0"/>
          </a:p>
          <a:p>
            <a:r>
              <a:rPr lang="en-GB" dirty="0">
                <a:hlinkClick r:id="rId5"/>
              </a:rPr>
              <a:t>https://www.javatpoint.com/software-quality-assurance</a:t>
            </a:r>
            <a:endParaRPr lang="en-GB" dirty="0"/>
          </a:p>
          <a:p>
            <a:r>
              <a:rPr lang="en-GB" dirty="0">
                <a:hlinkClick r:id="rId6"/>
              </a:rPr>
              <a:t>https://www.shiksha.com/online-courses/articles/software-quality-assurance/</a:t>
            </a:r>
            <a:endParaRPr lang="en-GB" dirty="0"/>
          </a:p>
          <a:p>
            <a:endParaRPr lang="en-GB" dirty="0"/>
          </a:p>
        </p:txBody>
      </p:sp>
      <p:sp>
        <p:nvSpPr>
          <p:cNvPr id="4" name="Footer Placeholder 3">
            <a:extLst>
              <a:ext uri="{FF2B5EF4-FFF2-40B4-BE49-F238E27FC236}">
                <a16:creationId xmlns:a16="http://schemas.microsoft.com/office/drawing/2014/main" id="{232E7C08-9EB9-AA8C-2792-FAA2CC66C677}"/>
              </a:ext>
            </a:extLst>
          </p:cNvPr>
          <p:cNvSpPr>
            <a:spLocks noGrp="1"/>
          </p:cNvSpPr>
          <p:nvPr>
            <p:ph type="ftr" sz="quarter" idx="11"/>
          </p:nvPr>
        </p:nvSpPr>
        <p:spPr/>
        <p:txBody>
          <a:bodyPr/>
          <a:lstStyle/>
          <a:p>
            <a:r>
              <a:rPr lang="en-US"/>
              <a:t>Eng. Asmaa Lafi</a:t>
            </a:r>
          </a:p>
        </p:txBody>
      </p:sp>
    </p:spTree>
    <p:extLst>
      <p:ext uri="{BB962C8B-B14F-4D97-AF65-F5344CB8AC3E}">
        <p14:creationId xmlns:p14="http://schemas.microsoft.com/office/powerpoint/2010/main" val="4276542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751</TotalTime>
  <Words>2372</Words>
  <Application>Microsoft Office PowerPoint</Application>
  <PresentationFormat>Widescreen</PresentationFormat>
  <Paragraphs>315</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Inter</vt:lpstr>
      <vt:lpstr>Söhne</vt:lpstr>
      <vt:lpstr>Source Sans Pro</vt:lpstr>
      <vt:lpstr>Office Theme</vt:lpstr>
      <vt:lpstr>PowerPoint Presentation</vt:lpstr>
      <vt:lpstr>Software Quality Assurance</vt:lpstr>
      <vt:lpstr>Software Quality Assurance (SQA) Techniques </vt:lpstr>
      <vt:lpstr>Software Quality Assurance (SQA) Techniques (cont’d)</vt:lpstr>
      <vt:lpstr>Software Quality Assurance (SQA) Techniques (cont’d)</vt:lpstr>
      <vt:lpstr>How to implement the quality assurance? </vt:lpstr>
      <vt:lpstr>Develop SQA Plan </vt:lpstr>
      <vt:lpstr>Develop SQA Plan (cont’d)</vt:lpstr>
      <vt:lpstr>Develop SQA Plan (cont’d)</vt:lpstr>
      <vt:lpstr>Develop SQA Plan (cont’d)</vt:lpstr>
      <vt:lpstr>SQA preparation : Define the standards/methodology </vt:lpstr>
      <vt:lpstr>Review the process </vt:lpstr>
      <vt:lpstr>SQA review checklist</vt:lpstr>
      <vt:lpstr>Overview of SQA Activities at each SDLC stage</vt:lpstr>
      <vt:lpstr>Overview of SQA Activities at each SDLC stage</vt:lpstr>
      <vt:lpstr>Overview of SQA Activities at each SDLC stage</vt:lpstr>
      <vt:lpstr>Overview of SQA Activities at each SDLC stage</vt:lpstr>
      <vt:lpstr>Advantages of SQA</vt:lpstr>
      <vt:lpstr>Disadvantages of SQA</vt:lpstr>
      <vt:lpstr>Review Checklist for Systems Engineering</vt:lpstr>
      <vt:lpstr>Review Checklist for Software Project Planning</vt:lpstr>
      <vt:lpstr>Review Checklist for Software Requirements Analysis</vt:lpstr>
      <vt:lpstr>Review Checklist for Software Design (Preliminary Design Review)</vt:lpstr>
      <vt:lpstr>Review Checklist for Software Design (Design Walkthrough)</vt:lpstr>
      <vt:lpstr>Review Checklist for Coding</vt:lpstr>
      <vt:lpstr>Review Checklist for Software Testing (Test Plan)</vt:lpstr>
      <vt:lpstr>Review Checklist for Software Testing (Test Procedure)</vt:lpstr>
      <vt:lpstr>Review Checklist for Maintenance</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Analysis Stage</dc:title>
  <dc:creator>HAMZA ALKOFAHI</dc:creator>
  <cp:lastModifiedBy>Asmaa Lafi</cp:lastModifiedBy>
  <cp:revision>87</cp:revision>
  <dcterms:created xsi:type="dcterms:W3CDTF">2022-11-11T15:16:18Z</dcterms:created>
  <dcterms:modified xsi:type="dcterms:W3CDTF">2023-12-21T21:37:02Z</dcterms:modified>
</cp:coreProperties>
</file>